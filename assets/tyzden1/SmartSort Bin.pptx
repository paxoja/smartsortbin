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0B020-1290-402B-BF3B-D3265A6ABD2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FD8BE-E8FD-44E4-ABDA-9C8E74EB1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41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FD8BE-E8FD-44E4-ABDA-9C8E74EB1E3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531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0BACC-F502-C2E0-4743-769363992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7468D-B5FF-4152-3B72-45D62C9CF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08672-C2F3-ED0B-DE6B-62871F1D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82D31-822A-B0A8-C3DC-2270AC85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0BB34-7D3B-3672-EDA3-F617B320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79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E940-7FD5-D152-6707-FC20E02D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202EE-DC56-1F82-3997-EEB3AAB2E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0A06B-3E84-4621-3DAC-67C83E6A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EB97C-6A6A-8F2A-C4CA-5DE46A13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2BCF1-57FF-E5E7-9FBA-824D7897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12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46F8-049E-6AFE-E0EE-E49BF65E5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979A5-5497-3CBD-A4FD-D6C8AB410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3A88E-DF6B-2E29-4D29-D258043B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C9BBD-7622-EE5C-3F1F-E443B0DF6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E6A9C-67EB-3064-E64A-DDB26F08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57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DEC7-845F-619D-856D-D86C3AC5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3C05-5901-23CB-6DFE-CE140D389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BB88D-87B5-CEEB-AACB-EDA9D85A8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C8F11-8D3C-810B-6FEF-42233325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3AF26-F84C-D346-B057-BD53EBBD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7B46D-96D9-C0B1-D20A-BC2F0482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11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43C9F-EB8C-DEF2-9075-76ED8052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98369-FFD7-3A33-DB80-7B73FC4A2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161E5-737E-FF76-183C-408772F4A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A7DB1F-EF96-023A-B3F6-D542C9A0A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9FE219-7BCA-39AA-E780-555920AF2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A0DED-5EA8-665A-AA38-86C140DC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1965B-C2CE-3446-BB27-17323159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603CB-9A8F-7C3E-A463-7B18E487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3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6054-9439-D09C-9E96-EE6F9039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3B85B-209A-6071-9CFB-EAA535E7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26409-135A-4A94-4EAD-52CBA79A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36BAD-A229-4C68-7B3C-21F39869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48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E9698-FCB7-0855-C961-A6899292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8B65F-AA47-D783-20B2-332FC82B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0C63B-89EA-8DA4-47FE-1202449D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98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6BD8-B662-654C-0E66-B47C84E4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8D89-F23C-E2CE-8A60-8BEAED29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0809D-7F47-5D56-ED69-27386CE6E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98BD7-678C-43E9-18DA-409E386B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066B0-5F5D-8EBB-C276-1CF4C24D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73AF0-6137-8334-FAA0-D5CB32F4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84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94C1-3E12-DC26-7765-55E173A4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804C9-EFA6-A263-075A-599C5DBE7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BB208-FE33-2907-C542-E57B4FBFD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374E0-CE58-68E4-CE43-9A6E3744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C37EF-E668-332A-C354-21FC323A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5DEA8-4807-7730-F735-E6BE352A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47FD-65D1-07E5-B73E-2890E6EF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C342B-6E40-CE02-E9E3-DC379C57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EACE3-F15B-6997-5B58-5E417B5CF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1B6DB-294E-5325-34E4-B1F18E2C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C6F44-5585-1FF9-F10D-AE75F6DD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20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32F11-B413-1E90-DD3F-82CCC34D9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8FBE1-852E-E1A7-9A60-9FD6A1F4B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35666-7CCF-62C0-17FF-8941CDEB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0D89F-5006-104C-C785-C8D7F18F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B5B16-4BED-F083-2A3D-3668244D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813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83D0B0-937A-8C69-1C3D-82738CDF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BFD8E-66FB-AA97-CF03-B89086E1D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2C6AB-0076-2146-4824-7012E96E4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13CD6-74A4-4079-A50F-0C4CFAFE5EF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8A2C9-4A84-81EF-4F07-AB48381A7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A788D-DFA3-2578-3DB4-E7115CE5A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D559A-37B0-4D61-9893-2CDC87A9F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30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B0A3-5C82-04C8-86EE-4867ED96BD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8E79F-1984-9AC4-59A9-4DC8A287D6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C1E33-7E54-D397-EAA1-81DF02863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13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85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25569-264D-B02B-CAA1-600D90C3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4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1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CDA53B-FF2A-FE9A-DBB3-B5DB0FFE5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95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7A035-7057-E9B6-62A4-BE3B960CE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3120" cy="688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7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A74239-4E9E-DFE6-3057-0BF11F95C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3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89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Office PowerPoint</Application>
  <PresentationFormat>Widescreen</PresentationFormat>
  <Paragraphs>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Dmytro Romanenko</dc:creator>
  <cp:lastModifiedBy>Dmytro Romanenko</cp:lastModifiedBy>
  <cp:revision>1</cp:revision>
  <dcterms:created xsi:type="dcterms:W3CDTF">2026-02-11T18:26:24Z</dcterms:created>
  <dcterms:modified xsi:type="dcterms:W3CDTF">2026-02-11T18:29:33Z</dcterms:modified>
</cp:coreProperties>
</file>