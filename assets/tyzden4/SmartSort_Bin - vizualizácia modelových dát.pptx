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69" r:id="rId5"/>
    <p:sldId id="267" r:id="rId6"/>
    <p:sldId id="259" r:id="rId7"/>
    <p:sldId id="265" r:id="rId8"/>
    <p:sldId id="263" r:id="rId9"/>
    <p:sldId id="268" r:id="rId10"/>
  </p:sldIdLst>
  <p:sldSz cx="12192000" cy="6858000"/>
  <p:notesSz cx="6858000" cy="9144000"/>
  <p:defaultTextStyle>
    <a:defPPr>
      <a:defRPr lang="cs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/>
    <p:restoredTop sz="94694"/>
  </p:normalViewPr>
  <p:slideViewPr>
    <p:cSldViewPr snapToGrid="0">
      <p:cViewPr varScale="1">
        <p:scale>
          <a:sx n="121" d="100"/>
          <a:sy n="121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ima\Desktop\Pouzite%20dataset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Dima\Desktop\Pouzite%20datasety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>
                <a:effectLst/>
              </a:rPr>
              <a:t>Odpad na osobu ročne v EU </a:t>
            </a:r>
            <a:r>
              <a:rPr lang="uk-UA" sz="1400" b="0" i="0" u="none" strike="noStrike" baseline="0">
                <a:effectLst/>
              </a:rPr>
              <a:t>2020 </a:t>
            </a: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</a:rPr>
              <a:t>(kg)</a:t>
            </a:r>
            <a:r>
              <a:rPr lang="uk-UA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</a:rPr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4BA-2A46-8F05-CB9E2EF8B620}"/>
              </c:ext>
            </c:extLst>
          </c:dPt>
          <c:cat>
            <c:strRef>
              <c:f>'Odpad rocne graf'!$A$1:$A$37</c:f>
              <c:strCache>
                <c:ptCount val="37"/>
                <c:pt idx="0">
                  <c:v>Belgium</c:v>
                </c:pt>
                <c:pt idx="1">
                  <c:v>Bulgaria</c:v>
                </c:pt>
                <c:pt idx="2">
                  <c:v>Czechia</c:v>
                </c:pt>
                <c:pt idx="3">
                  <c:v>Denmark</c:v>
                </c:pt>
                <c:pt idx="4">
                  <c:v>Germany</c:v>
                </c:pt>
                <c:pt idx="5">
                  <c:v>Estonia</c:v>
                </c:pt>
                <c:pt idx="6">
                  <c:v>Ireland</c:v>
                </c:pt>
                <c:pt idx="7">
                  <c:v>Greece</c:v>
                </c:pt>
                <c:pt idx="8">
                  <c:v>Spain</c:v>
                </c:pt>
                <c:pt idx="9">
                  <c:v>France</c:v>
                </c:pt>
                <c:pt idx="10">
                  <c:v>Croatia</c:v>
                </c:pt>
                <c:pt idx="11">
                  <c:v>Italy</c:v>
                </c:pt>
                <c:pt idx="12">
                  <c:v>Cyprus</c:v>
                </c:pt>
                <c:pt idx="13">
                  <c:v>Latvia</c:v>
                </c:pt>
                <c:pt idx="14">
                  <c:v>Lithuania</c:v>
                </c:pt>
                <c:pt idx="15">
                  <c:v>Luxembourg</c:v>
                </c:pt>
                <c:pt idx="16">
                  <c:v>Hungary</c:v>
                </c:pt>
                <c:pt idx="17">
                  <c:v>Malta</c:v>
                </c:pt>
                <c:pt idx="18">
                  <c:v>Netherlands</c:v>
                </c:pt>
                <c:pt idx="19">
                  <c:v>Austria</c:v>
                </c:pt>
                <c:pt idx="20">
                  <c:v>Poland</c:v>
                </c:pt>
                <c:pt idx="21">
                  <c:v>Portugal</c:v>
                </c:pt>
                <c:pt idx="22">
                  <c:v>Romania</c:v>
                </c:pt>
                <c:pt idx="23">
                  <c:v>Slovenia</c:v>
                </c:pt>
                <c:pt idx="24">
                  <c:v>Slovakia</c:v>
                </c:pt>
                <c:pt idx="25">
                  <c:v>Finland</c:v>
                </c:pt>
                <c:pt idx="26">
                  <c:v>Sweden</c:v>
                </c:pt>
                <c:pt idx="27">
                  <c:v>Iceland</c:v>
                </c:pt>
                <c:pt idx="28">
                  <c:v>Norway</c:v>
                </c:pt>
                <c:pt idx="29">
                  <c:v>Switzerland</c:v>
                </c:pt>
                <c:pt idx="30">
                  <c:v>Bosnia and Herzegovina</c:v>
                </c:pt>
                <c:pt idx="31">
                  <c:v>Montenegro</c:v>
                </c:pt>
                <c:pt idx="32">
                  <c:v>North Macedonia</c:v>
                </c:pt>
                <c:pt idx="33">
                  <c:v>Albania</c:v>
                </c:pt>
                <c:pt idx="34">
                  <c:v>Serbia</c:v>
                </c:pt>
                <c:pt idx="35">
                  <c:v>Türkiye</c:v>
                </c:pt>
                <c:pt idx="36">
                  <c:v>Kosovo</c:v>
                </c:pt>
              </c:strCache>
            </c:strRef>
          </c:cat>
          <c:val>
            <c:numRef>
              <c:f>'Odpad rocne graf'!$B$1:$B$37</c:f>
              <c:numCache>
                <c:formatCode>#,##0</c:formatCode>
                <c:ptCount val="37"/>
                <c:pt idx="0">
                  <c:v>729</c:v>
                </c:pt>
                <c:pt idx="1">
                  <c:v>432</c:v>
                </c:pt>
                <c:pt idx="2">
                  <c:v>543</c:v>
                </c:pt>
                <c:pt idx="3">
                  <c:v>814</c:v>
                </c:pt>
                <c:pt idx="4">
                  <c:v>641</c:v>
                </c:pt>
                <c:pt idx="5">
                  <c:v>383</c:v>
                </c:pt>
                <c:pt idx="6">
                  <c:v>637</c:v>
                </c:pt>
                <c:pt idx="7">
                  <c:v>499</c:v>
                </c:pt>
                <c:pt idx="8">
                  <c:v>463</c:v>
                </c:pt>
                <c:pt idx="9">
                  <c:v>534</c:v>
                </c:pt>
                <c:pt idx="10">
                  <c:v>433</c:v>
                </c:pt>
                <c:pt idx="11">
                  <c:v>487</c:v>
                </c:pt>
                <c:pt idx="12">
                  <c:v>614</c:v>
                </c:pt>
                <c:pt idx="13">
                  <c:v>478</c:v>
                </c:pt>
                <c:pt idx="14">
                  <c:v>480</c:v>
                </c:pt>
                <c:pt idx="15">
                  <c:v>790</c:v>
                </c:pt>
                <c:pt idx="16">
                  <c:v>406</c:v>
                </c:pt>
                <c:pt idx="17">
                  <c:v>642</c:v>
                </c:pt>
                <c:pt idx="18">
                  <c:v>533</c:v>
                </c:pt>
                <c:pt idx="19">
                  <c:v>834</c:v>
                </c:pt>
                <c:pt idx="20">
                  <c:v>350</c:v>
                </c:pt>
                <c:pt idx="21">
                  <c:v>508</c:v>
                </c:pt>
                <c:pt idx="22">
                  <c:v>292</c:v>
                </c:pt>
                <c:pt idx="23">
                  <c:v>487</c:v>
                </c:pt>
                <c:pt idx="24">
                  <c:v>478</c:v>
                </c:pt>
                <c:pt idx="25">
                  <c:v>609</c:v>
                </c:pt>
                <c:pt idx="26">
                  <c:v>431</c:v>
                </c:pt>
                <c:pt idx="27">
                  <c:v>614</c:v>
                </c:pt>
                <c:pt idx="28">
                  <c:v>726</c:v>
                </c:pt>
                <c:pt idx="29">
                  <c:v>706</c:v>
                </c:pt>
                <c:pt idx="30">
                  <c:v>346</c:v>
                </c:pt>
                <c:pt idx="31">
                  <c:v>486</c:v>
                </c:pt>
                <c:pt idx="32">
                  <c:v>441</c:v>
                </c:pt>
                <c:pt idx="33">
                  <c:v>369</c:v>
                </c:pt>
                <c:pt idx="34">
                  <c:v>427</c:v>
                </c:pt>
                <c:pt idx="35">
                  <c:v>415</c:v>
                </c:pt>
                <c:pt idx="36">
                  <c:v>255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BA-2A46-8F05-CB9E2EF8B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3193871"/>
        <c:axId val="1843196271"/>
      </c:barChart>
      <c:catAx>
        <c:axId val="18431938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3196271"/>
        <c:crosses val="autoZero"/>
        <c:auto val="1"/>
        <c:lblAlgn val="ctr"/>
        <c:lblOffset val="100"/>
        <c:noMultiLvlLbl val="0"/>
      </c:catAx>
      <c:valAx>
        <c:axId val="1843196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3193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'Percento recyklacie graf'!$A$1:$A$37</cx:f>
        <cx:lvl ptCount="37">
          <cx:pt idx="0">Belgium</cx:pt>
          <cx:pt idx="1">Bulgaria</cx:pt>
          <cx:pt idx="2">Czechia</cx:pt>
          <cx:pt idx="3">Denmark</cx:pt>
          <cx:pt idx="4">Germany</cx:pt>
          <cx:pt idx="5">Estonia</cx:pt>
          <cx:pt idx="6">Ireland</cx:pt>
          <cx:pt idx="7">Greece</cx:pt>
          <cx:pt idx="8">Spain</cx:pt>
          <cx:pt idx="9">France</cx:pt>
          <cx:pt idx="10">Croatia</cx:pt>
          <cx:pt idx="11">Italy</cx:pt>
          <cx:pt idx="12">Cyprus</cx:pt>
          <cx:pt idx="13">Latvia</cx:pt>
          <cx:pt idx="14">Lithuania</cx:pt>
          <cx:pt idx="15">Luxembourg</cx:pt>
          <cx:pt idx="16">Hungary</cx:pt>
          <cx:pt idx="17">Malta</cx:pt>
          <cx:pt idx="18">Netherlands</cx:pt>
          <cx:pt idx="19">Austria</cx:pt>
          <cx:pt idx="20">Poland</cx:pt>
          <cx:pt idx="21">Portugal</cx:pt>
          <cx:pt idx="22">Romania</cx:pt>
          <cx:pt idx="23">Slovenia</cx:pt>
          <cx:pt idx="24">Slovakia</cx:pt>
          <cx:pt idx="25">Finland</cx:pt>
          <cx:pt idx="26">Sweden</cx:pt>
          <cx:pt idx="27">Iceland</cx:pt>
          <cx:pt idx="28">Norway</cx:pt>
          <cx:pt idx="29">Switzerland</cx:pt>
          <cx:pt idx="30">Albania</cx:pt>
          <cx:pt idx="31">Bosnia and Herzegovina</cx:pt>
          <cx:pt idx="32">Montenegro</cx:pt>
          <cx:pt idx="33">North Macedonia</cx:pt>
          <cx:pt idx="34">Serbia</cx:pt>
          <cx:pt idx="35">Türkiye</cx:pt>
          <cx:pt idx="36">Kosovo*</cx:pt>
        </cx:lvl>
      </cx:strDim>
      <cx:numDim type="colorVal">
        <cx:f>'Percento recyklacie graf'!$B$1:$B$37</cx:f>
        <cx:lvl ptCount="37" formatCode="# ##0,##########">
          <cx:pt idx="0">55.799999999999997</cx:pt>
          <cx:pt idx="1">16.699999999999999</cx:pt>
          <cx:pt idx="2">43.5</cx:pt>
          <cx:pt idx="3">46.600000000000001</cx:pt>
          <cx:pt idx="4">68.700000000000003</cx:pt>
          <cx:pt idx="5">37.899999999999999</cx:pt>
          <cx:pt idx="6">0</cx:pt>
          <cx:pt idx="7">17.399999999999999</cx:pt>
          <cx:pt idx="8">41.399999999999999</cx:pt>
          <cx:pt idx="9">40.299999999999997</cx:pt>
          <cx:pt idx="10">36</cx:pt>
          <cx:pt idx="11">50.799999999999997</cx:pt>
          <cx:pt idx="12">16</cx:pt>
          <cx:pt idx="13">0</cx:pt>
          <cx:pt idx="14">49.299999999999997</cx:pt>
          <cx:pt idx="15">56.5</cx:pt>
          <cx:pt idx="16">33.399999999999999</cx:pt>
          <cx:pt idx="17">17.399999999999999</cx:pt>
          <cx:pt idx="18">58.399999999999999</cx:pt>
          <cx:pt idx="19">62.799999999999997</cx:pt>
          <cx:pt idx="20">27.600000000000001</cx:pt>
          <cx:pt idx="21">30.600000000000001</cx:pt>
          <cx:pt idx="22">12.4</cx:pt>
          <cx:pt idx="23">59.799999999999997</cx:pt>
          <cx:pt idx="24">50.299999999999997</cx:pt>
          <cx:pt idx="25">44.799999999999997</cx:pt>
          <cx:pt idx="26">39.399999999999999</cx:pt>
          <cx:pt idx="27">31.699999999999999</cx:pt>
          <cx:pt idx="28">41.700000000000003</cx:pt>
          <cx:pt idx="29">52</cx:pt>
          <cx:pt idx="30">18.800000000000001</cx:pt>
          <cx:pt idx="31">1</cx:pt>
          <cx:pt idx="32">3.7000000000000002</cx:pt>
          <cx:pt idx="33">0</cx:pt>
          <cx:pt idx="34">15.199999999999999</cx:pt>
          <cx:pt idx="35">0</cx:pt>
          <cx:pt idx="36">3.5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/>
              <a:t>Porovnanie recyklácie</a:t>
            </a:r>
            <a:endPara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endParaRPr>
          </a:p>
        </cx:rich>
      </cx:tx>
    </cx:title>
    <cx:plotArea>
      <cx:plotAreaRegion>
        <cx:series layoutId="regionMap" uniqueId="{6F865322-5195-42B9-A329-063EC804D91A}">
          <cx:dataId val="0"/>
          <cx:layoutPr>
            <cx:geography viewedRegionType="dataOnly" cultureLanguage="en-US" cultureRegion="UA" attribution="Powered by Bing">
              <cx:geoCache provider="{E9337A44-BEBE-4D9F-B70C-5C5E7DAFC167}">
                <cx:binary>7HxZb+Q4s+VfafTjYOSWuIjkh9sX+CgpFzvTe60vgst2aaNEidr12+7b/LGJLDtdtjr7li/ag6qH
STTQZSqZGToRjDhxSOV/3A7/ulX3N+a3IVdF/a/b4c/f46Yp//XHH/VtfJ/f1Ed5cmt0rb82R7c6
/0N//Zrc3v9xZ276pIj+QLZD/riNb0xzP/z+n/8Bnxbd642+vWkSXVy092a8vK9b1dT/zbWDl367
1W3R7KZH8El//n4CJnT699/uiyZpxuuxvP/z9xdv+f23P+Yf9Jcv/U2BXU17B3MJOqLcFdS1kf3t
hX7/TekieryM7CNhIwch+nDVdvZffXqTw/Qfm/PNmJu7O3Nf1789/v/7vBemfx+GW/jjJYZ/GYCb
mr3lGcxzBH50aY7y1b35ktzsb/UNUCZHDsXEcQDqh9ccZUodggUSDzDPUP6xOYdR3s+bobwfTmrt
PUSXp3excHn1LXhmsP4F5/+nyG910dwX95F52xhnjFIX7eHFL9B3xBGyESLOI/jzGH+dSYc98Hzu
zAvPL809sQ1+viekrovk5reb4u631b2Z7iPdJcXbrglsw6JgEPffXvylV9gRFa5DGCX7dfiQcv7n
dh12zd99zsxNf/e2ucvkv3++y0616W/GPVz/PG1RcSQcjLFt86e89Kw4OPYRw1y4Ajz3UI8ePPRj
Mw57ZD9v5oH98Bzx07Ofj/hVf393X+xv/00QdxkRDFF0cFGQI4psTjmjD5fF/qsfkP+xOYeR38+b
Ib8fniN/9Qukpyulu5vsTYs0P2JQoilmLzkQ1AdCEXex+zfV+RWW/A3sTzPnwD9d+Av0J79A0IN1
91Ab9rH3z8OeuEeOIwShFHLN7jWr0OSIg1/g9Z0+PU84u1j4kUF/74GHmQc88HDhLx5Y/3wPXOr8
5m0dQI8Ep8ghwJG+vdiLYozIkcupQMgFL3177X3/kHdeYc9h/J8mzuB/Gp+jf/kLJP1zrYAV7RH4
59FP0RFyqAAq9Nhl/SX/OJiAZx7Xxpyf/ticw9jv582g3w/PkT/f/Py4X9/evy30LoG4Jw4n6GXA
Ww4/cmwqbIcdjvhXWHIY9aeJM9ifxue4r3+Brsyb7m/jN034AmotFjbU24MJnx5hzB3bddyHy7OG
+BX2HEb/aeIM/afxOfre558f9Zt2uM+/6NZEb5dzCDiAuRwRQR4S+svuyz2yBcLCsR/dM885rzPp
sA+ez5254fmluSc2736+J9bNjXrD/opgoPOUUpuTpzB/3l+ho4f4f+y+5k74oTWH8X+cNoP+cXSO
+vr656Pu3xf5jcneLvgpsB3kusApD4qe/EiIb0odsNDnNPMVdhxG/GniDPOn8Tnq/i/A8v+tvrwx
x3SOdlEOwD9ySGhen0c7iA3wcqEYP2Wk5+i/wp7D6D9NnKH/ND5H/9+/ANPxjAaN/i1bLCipLuWE
sEeGP0OfHrmUQQeA6Mugf4Uhh2F/mjiD/Wl8Dvvq8uenmoW5KW7v9wj8c2oPja2LCIdi+pJfIpAU
OIYCzL6vhefB/mM7DoO+nzfDfD88h3zxC0C+vVHNG8Y5pkecc9hpYY819S9SAiGwo8XFLLn/0IzD
gD9Om+H9ODqHe/sLFNOr8iZ5Q8GS2EdA43dM/TGQX/JICxgOJdh19zx/zmF+aM5h2B+nzWB/HJ3D
HvwCHdTDRun/esPM8v83bmFXfb5xC3sFTfzb9ub2/k6/rUDmHLmgBYAC9shOXpZP5Bwxx+WYP2Py
z/P5/8CuwwH/lw+Yhf5frs8XwfYXoJSLpHhj+QYfIeJCI0sfW6SXyhna8XxbOHC64am/eu6VV9hz
2BtPE2deeBqfo79Y/3xu8++2bsybUkrYouXMZjZ5SW4cOO1AbME5ftQzZ+rNKww5DPvTxBnsT+Nz
2P/9CxRcbyxNW79d4sc7yRK0YOw+Nq8vCQ7GAD51sP130tkPzTmM/f42ZtDvh+fIe59+fsBvkiZu
37aHBeUA7woAJ+who7wEH+EjNuufXmXEYcifTZ2h/uzKHPjNLxDyV33STPfmbXM9tFLcdkCU3GuS
L6HnR7AmhEvc/c445KTnuf6VNh32xIvJM1+8uDb3hrf6+ctgae7v37KnxTt9jGIXTn68EHCAAwnO
gCPBTuG31+xYyI/tOAz+ft4M9/3wHPLlL9DTynsVJW2+j8B/riNQ+8iFkkqfBIOXFRe2Z90d7nyv
FMPaeB78r7DnMPZPE2fgP43P0ZfBzw/4VVtEN2bcQ/DP0SfsyOEOA3gf5ZqX6MMBEWq7tsBir+bs
v/phd/wV9hxG/2niDP2n8Tn6q3c/H/2gbt629aJwLociEMv2NP4vJB9jOLvJ0F5Xfon+K+w5jP7T
xBn6T+Nz9INfIPav/89/mSwZ7/cY/PPg36V7Lmw4P3vwbA7obQRjZEPh3X/nQ9S/xpLDwH+fOUP+
+4U59Ne/QNJf3hs4lfOGaYfCholwoKZCbvn2mqUdkN44nMxk+6w/a7NeYc9h/J8mzuB/Gp+j7/8C
gX8Oyk8b3ah9EL5B4As49IQcwehL3C12JOAC1ILHg8sCrj+vtq8x5TDy32fOoP9+YY79+S/A90/v
m/iB7td7JP45/LtTUYS6cD784FFY2K+ChA9HZfen9meU55U2HfbDi8kzV7y4NvfG6S+wdbg2b3xI
CjzBXeoId38C7WUB3q0HBmc3BeSpgzLbKww67IaniTMXPI3P4V//AolItgrY55vqbOjItRmGKixe
NlxQejl1YYMRGrHnCeg1JhxG/PvMGeTfL8wxl8ufzzk3N033lohT0BqI7RL+N2o/AUa6I6TOrOT+
2I7DsO/nzUDfD88h37x/C8hnz3k9e0bu6YFB/6a5Cb49afjqq99uEB5+nE19jM+DZeEhdNd3f/6O
AM+nxxd3n/AyrF921fsJ9zd18+fv7hGxMTxe5yIgq+7uFEN/vxuHbTJCHGgNbATyEQijUKyL3S7R
n78Dv6LAWx1BxW7nxt2d+691u7sEx+OIwEwwvHsyDPgXeXqqE87HjpEunjB6/Pu3os3PdVI09Z+/
w1eUD+/a2QhKIaRGQYmApwiARTNE4PrtzSU8OApvdv63TdJBVblLZUZHOwj7ws91+6FV5CTsTLNA
U/2wxh4eiTzwhTvc/vqNcJRmd/aA2GT3DNXzb0x0pPuUEyrbCr0jTnaTxKNMrfS6DtsrJNoLXral
DHv8QbT01sbmMk3KL2Ne1dJYeGFaeh9TusmawnOr+qPGowrqzo0CUvPTZz48YCu4Z2asgwRBnGDH
hb1iG+/o1nNj2zEKXTsMkTRRP3k4V4Os3So7jRMRGwk+LRYuidNVwxt0bUg2XWRJtjSx6ZfpNL0b
deFKFRVGdjhMPNKZWuJBWBIeCKxPFY4/0aQoZYrD0atxhT/zVlwYgn3sTlriNkbHEz+LEt4EVYYX
dT8QaRqGg66NundF0WOfsnz0dZisYLcp7YIwGr8MqDkdOsKklU+RZJZjfOwUlodMKqPaGi6RKYnX
GlwtJ1Gn0qAh2vRlyny7dY1nmP6cT7z1u0k5naxjR/mFW3M/pqlzUTWddRGFkbsQqEgWoijxqp14
JKuJEU+1diCs5nS3I7kI8yru/CId8X2YWdl9rUm6aCNr8Bs0DZK2VmBzq/I4S65qbtQizosPcUPE
mnH2cSLlFa2N1JHTePWgsuOMJOkybe1syapp2thQlNZpH753hqiT9iAGWQ0AkC0i4xOOrGVrknJh
66oOos46Fl31Lhpz+3Lqyj7Ip64IHKuztlmv0BdB2nQZjngJ/hOrSuv2LLKr2FNdQbdJTtZ5nN71
iZWfKxEmG1rYreMXAsfLJEm1zPI4W6ZlsuzGHmd+U9l0TUXIE2mJkJzwUTGZqCm+qlCBAh3Wxqvi
NGhSi8gEhbHXdFzCCiTvkixfpmMm1mJCN4Uwue9oZ/LGQgzehIo8cBQ+p1NigraZCr+oTSuT2OhT
apWR7DJdBbosJ/gXbfxYteVWjd3gFTz8mrpxdBcN9KYeG+V1ncpTL3HjZlW6ub6Ywjz188gZPMuF
CE25o/2KGexFDkl908XRArbcbgs2JTeIW+/7WOEzXCfZZoqdeolKC5/ETnTDJq0+Vm5tX2WjGbzY
Zk4mIxrWfokjsjUttgLExJRJmsa9V7CyODZheSrssPxcDSFbpQ6LZcGj3K9zlq2tpCx8a3SygJik
90zpnsWpg6+bhKUADs3XuSmYV1Y6PQ3DplxkStAvLJlUYFUj9ex2MAsyxOeaqiZgtIB0kwuxgtwX
vavs4VLbUwoLNFIL04wrpcNVEvdClq7pfeM0tR+aUgVRFK+MyYeAV314qQjKTmlb0iUqiD61bDF9
GhHrP7VTSC7U6JigN3GeyLGLwyVKylwycVEXdXti3NHInI79loiRtDKMua8QC5dNayMssdV+UQM9
cx1TeKUygd3EWoZo3CY9e0dGfEdwTTai6Nmy1rwNaGZPtURp01x0eYg9bJULbDhZ2m7PZd+zqpLY
QXVQJyTxs3ao7rrBEl5kiPspDOv3+dgkqzEuEj9KSiFrWiauF/Whfk+K9mZCeXnqZJysmHE/pBil
76rIrS9q3IanunaiLaSgxNNd7QRZxIughrOtZ0UjNBy3G9E5nwb+ebSKdJlArF6UVVluStiNP0dp
1nlMx5UXunQMUJJlXpcUjofC8ibt83qpU918DePKkcnIojNKSluShLVejxr9sSrjz2M+AJZtc9mM
trOMa0pOctox2Vr2WRP11xYiHwZqv6dZm7teH5bRNlNVvMqIQa6H0s65rLE9HFOFnDXlae0rSJD3
zlCwE3guJlyVTtj2kpWOYbIoc1HILo2cdc4qiMSuTU5YE4ejzxyjVpiVsK7rvCOJrCu8snExLqvU
cpCswiyhUo9VeVZW1I6hClSlr6uy/cQa4yQLFbZkklUct5lXhI19rUc9ALKm+ErKNl9NDcKB7YQs
3bDIWTYs9HmYqDvUjMhPKq5PSNnr1SBIlkvBQvaFOpFeYCsJ/U6IGMlBOUmQN9gcR9Q4XqHcxg91
RLccp+VFaFR2RpQaV9FArHUUwi6vjFp0OyVJNQSUt+F1zVrHS9q4c3w9lv1pWA3xcTPVxUWUtk4A
Yb2Gw21p5mV1iaVNzbiwbD35bTygReTiTgc5HPT0czFZQRNTAdJCWO0QU8dt2vtFKajMY+pKLDRf
dDFKt1kpwq+VJt25Cd1eLJwCyQlWzcJuramDqO97iciYRVJnbVxKNCmxacP4a2/V4r02tQgsqPFA
0pk+QS3pS1lZU3uC4jgrT8vWLZe9SnOfaSdX/pR3+VmZhuSLNda2DHE/rQbSXaGqCI/jkbUnETw2
HpRJOgWlaO/jPFKn9ZDrwGW9s6hVf2xYnQUpzprzGp5wWNQ0/2CMzuTg6nKEaqDj1ZgUthcpVfrF
wNOtsu3IH4vOhTQx9oWkStgX2kJNkA3WEMmM88bHZbXzoTV8ojqSitqT1yqxEHl1FtdTcpr1fbPu
snDDoQJtgRmkshxoXkjVQZFs0zTzlVH9VcnycmE1SZ/5vJvq01Bkl01OBg8WRLixGoE/YOAdXjkV
xRnlFVmNLV3lXWZiL236MQ4ay45Xumd8UynsrDPihF9bNvQSjj7qE6uOzcohpVlplH5Nao7XCXX1
SeUo8T6pIUghZVtDH/t1O1bm2E7LbrhMbKOoxyO7OeaY8NXYDG3khThWHvwkCllMU5z6U+0OW1JZ
lUTuV6QMcWSsJ7FQ+XA+0rqopHJq5jd2tDWxU0qukPBrt+sWVp6OkmQtVLWSEihJLj3tDa181Vrl
xykZwlU1ab2qSR+exENoNlE3pB8iK5kWdckrL4Pyd2K6oclkJdphwSuTHheDVX4hKglP+syt760h
DHPZ55EOUK77bR+N7hLT2FwSt79o+jb2iyK66munWHeI994Eh0GXAhedp8M8krSnto8z1Kw4pJ+g
jZrKZ6lOT7Rj4TPec9fjDSYb4vL6uBBjs5woO09CR3hq0F5KeHZPSRUuqJXZKxYXq4zjZNG2ViKj
RgmvMCMsQGfUfov70eu7qlh1aeKcOoP6kHU02cQkvJwKw677nNYepJfimHTortC9Pq5JI12a4/dl
1zUXUTetVAxfq21zZ6LG15NxZNj1mczsDOh7nF4wqyNBUnbtRcvbGgrbxPkpVNL0fddC8axxpCE7
VtVJw1KZ2n20KUTq3oe4Lrf1YND7JInEB96EITCFUXhT1PPBL9PCPY9R0Z/3eMwS2UVD7E8uE7HU
fdvJIknLEyrSWuok/chMCOQR9crHvEokwsqcOmMEhNBSKeRufR46+TWprdpDTmHLoUrpErf0GFlj
cpWV7rZStfIoMkHDLLXBePyY1rErG1eodeq03UIbV3vC7ha0ZFeQ6RIvZ4kIKINK1sXpVziCM/nQ
5d1lrXuTh831qMuLCXqxrcr4benim7F342st4lA6EdpmPL8ugWQf50n8UZGhcT2wzE+Ek/l2zxNP
WArYZA7B19d1tMiqrl+nSVh51ClLTynarpKwoYt8HHNfpyjzWDWUZ1M+XRld8EUUN6lU9eB6duQA
XuQcPKlkOpptqezyskQo9sYcKihpy1ISHd5ZbpLIsh4mrwO6OXIDXzvGdUDtKPUqKGAybUblRzi0
ZFzU5bVLsniTuaG1pG62iBxX0qjq1nZd51tFVb6OSl3Lqa0KieucABnl6NxOFJEpicmibzrloalZ
RQ7rF2nZ84WKcnrZD+UdPIiNZDg2NbRNzGvstJMDFY3Xu/i4U4196gjSyyKfcMAi9pmVVr0aTDKc
kTw5TnvVLKKUTydFSdpcFpaJN6OiftETaLhqQ71MWX40MudCaciR2iU+IxbZlAbn53Gicuk0KJJp
qprjemAtX1iZ0h+a2rK9Ipk22TDwO9HoD5MqvtjV1Pu4ggZHYpYPskd29yXKdtyXYXWFmqjVUnEE
gTpQsypKw9v12Gri6QK1/qiabpQNwa0saNSu2kqsRGutxqLUWDK7LVqZp30JoQct5hQ2X6PMpoEj
EKTjRLuJNzUUamJnjb6p7U9V/bWPhmHd5ZwrWSbDp77vxNkQI3FrZdPkN0b3ngaGJEWtbOk40bAY
Mp0vE0ou69xtPFLiC5OJL4Wxr1QTR8dEw2pIJmgjm5FdJXHarBDFzsehcJNlBS35kLvvGsG17Gny
OVfVeGrvMh0TSsk4DYelEKwN8pzw3ANNPR8lUH29Ebmz5mOpvBSxwhdI39XtlF9lEcpkXVB7SaLs
TMHi86GyTFIbmq37vA2lScCyqhXHYNMnd3wPksm4KBx9Bs06ujRsWPauKiaZD+Ml1Sxf8JTVnzTK
oEvmkbtswyxe2s3oSJLuWs2Bwq0JJ5Jmgn4J7OsWdr+DicOCLUuT+ihpclh4cAOBidLjMs/yBQRQ
4MZpthQDUGB72PRIpYsa+nCPhZdizLJtX4RQskQ0ghrgvtNMrUjUgNNDd9okE3Suky0aySEvTp1F
rrCOrffAudtNh91xnRd5eMsG6Nddrtpj+D0bfyqz+oPJ2mOWmUGWOh49JjT2NfTnvkX78jh10xJ5
BJf2uzrpymWobGs7gb6xbjqnXjCjqVTQy95PeCxvJ2zShUmrUT7X/B51lQcR6hZIjUkgo8z+/M9r
ncN/334n6+k93/S5739t979q9t++a3mvd5u69fxNOwnx6bPg2x8lxZ1y9+KPv2iIf6MSPvxI2t9c
fJ2E6Nggkv+9hvh0dOK76PhtxoOIiGCnQzBmcy4QR3DYG4T1BxnR2f1CBYiE8Gs3BME/3O8yIuFw
DBae4+TkQUV0wIC9jEjhF3LgRJRADvy0AmXc+Z/IiCBMwve/0PVgB4Y6ICZyOF3rwsbvTCrTOq3b
QojKq7n1GZa1U6mrOIQcXmtFVxipwhub3F7wevBtFJ52NAaakk+Vn7IYL4CAQ+4tNPfTLH8H7a67
YP1EgpalubT6Hth4ofFiSKc+aJ0Ib0sMVKmk7g3mSXrOUlYeu1MZykZrkFKU+2ns6V3HlpATbkyN
FMgiHPi7DqdzxHF1zDvolZEp4hOUWBZw+toBosQHcQwHPqLzIdKDhxuKllMarptyiCX8UsI5tcTn
dCxiWPmwSvthYzlDJoGsW8vYtcogbB1r0VkW3g6uBR2bVZkKSuKk/ZCHbKFUmC9ju84uBzeyB68V
Kb+OYhBt7Ab6hiq3+fuh4+EK05Q4PsgrXS+Nm2Dku0lrX5cWylu4Reu6BHKXe4OpCo+gqPuQ1UMp
gYw2kPnhiNyKt4bD7bBIAalp7WldMmFdt/COHZxl0wcDjXHQ2g21g2KYwkLmO/qbWLHjV27oxJ5j
N4lkkQvdyZj0uR9Bez1IKy70RxF3y4JpK4ihE/w8ZUO0sHa8SiYpsWrpdiy7IlFHQmnpqa2Dlufo
eLTTCNoxuNEUilVibeA8aw2kUeWQqKDPDMIGXEcSN7MlM1GovNaZFBAP7uTe2DL0oRuHdp3GY76u
smpcDaW6xaAuajVtm2RyA6XJ+FWB/COz2GorT6dpte2n6cQpL5wIhKUm94eMpp6uVOfFoCHLsG1T
EEnjdvw4OnF9MhDObqzWhvY/l1M5NF6U1Hg5VUTmfCRXOwF+XXf0tqrKpWVZnwY2rUG9+aKz6Cwz
07IY7FXu5JdGMLgB1YBXoRM4b5Fw7oE5goALXPnYUPCeG8XEHxp7gF7F8VGUlYFbdSco5WrZOrk4
J3nj8yoCgmOCMVwJ0D42UYnzJXesyi+o+YJdtpoKbN+AqkwSL41NNEn4Mb9kkXR2sSaQAE7dqRgG
qVo0vh9RCx+H7czaybdqo9wBBKasuqgrVXq8L/n1WNX5xTC2rld0lEun661VQ7LuVBiWS/g5IhxE
hMVe4cbjSVZkTA7RUjCD1kOvoyBFiR2oVA3vTBVlMqVNsmlLxQJT2eHarVW0RqHiHztL423faSuW
aVt2nt2U79LCfGItFL2hrN3Ia9IolG3nMr+wXcursga6nPRj2edA1UzlLEWKuZ8TBpSb6nfdZKpT
u4iidYvCys9UpDzdICMHDL0Nq7rbUbVDI0cDdoXpGHvtaEOqqO2Oe5qEsXRgXTeJIVIoO/YS7dg+
Utrd4iaKLqe6HDYUaN5KtbTYZLFwP8Emx5UVI+bVOgXuUxxbJbZlBCqIh0XBIX908WUP3ToIRGWx
hoNMZ7oQS6jkscyaUYYZ8spmO+E48fHA3BPe9tU2h6Y/EVfa5CJIiVt7JowkMOqvdEqRRBZs0mQd
skGOjfRZWNmb1u7dpY3IsMYTY5cJdhy5S9PHJeR+iEESgUiYs23V1EomLuTZyAJFOQv6vvTSjq9c
jbbCAb7Gi6VKNGQIt1vzAm/DBtZb3d+ClIGBndHF2KcVCG7RFHpTCOI+ize0vIgt0DFFbYKpFVkQ
JTnzBp65m9BQH4/OfcV7S8LtHHejyT2QLiO/i1X5zhRRJe3avczLPLkQxUQXysnUcRnyaTG4WN/R
IWJSlVl/TvMkXdldUV5T2wRJMfhJBgw3BoXaavP3IwFOZzoHNrLocdGpYCqcT6NjQ6rg7KRRFvFs
nRgQi2qxHqhjS0zd5DrOBxXKorCbdUXz44GD/lKkPEC9XXp2BlKcxzgZfdSxd0NRwMfzxApgdxZ8
kKWDp9s6BvyLLar7xMsyFa4InVwPj3e1k/ZLuy3zJSy6YZXg6UMHnS9UBxr5/Vi1H6jI/Q7rjsqu
r3sIYtGdp3CSC7h+tBh1UwZp1yRBM1HQGvvhOA5B5GDQgowC9ORmQqfj6KwaHFnnzliP52GVZF7p
FGewfXPFw/gkczQYZmc+q5NzKyw/9XhIgrKJx8BFVfKRRlpBws3hJiH7ALktPcRAi0AtBA+um+7M
tepGxmPlk0kHGYB9CmQVL2GXY9qK1Bned1HVrJSa1rwHtkvjVEF42K0foxJYaWzDfoUts3Yz8tqV
aVGlRsa8dGCvBdq4uKq1LKEER6lexXDUEpT58mNXj0haTXmV14YfFyObZOxA3YzMEK57k4Aw3OYh
5HDQ51VaXBR1EcCTVs1xhItlrmu16sraPm7GiVw3zmkHIqHfTp3rUzU1QQy0PtDwuxcb6A8mXlj+
aIeMSdCaL3Fj0VU4QmyZxvoQ11nsQxA6K1bZ4rzNxgTSQ1OuoUaQlYIU4ukIiYVdlEnswS24S7fv
oRG3jG0ktaIUZncSqFnuT7Td2jm4pjXsHU6TJXZhTw+2LGXuVLnU8ZmI8juDmF/VCupGHN6CLFnK
ljefVFTCe9Oh92woNAt3SsKPldX1lxGHwhemNvXcfHRgMy8eNo1dNtLu3OpzrE0XynwyYcCAiCVB
CunGn3iygm1B7MV92UuhIZqGqF1AWv/QV81ibJzlmFgnU5luhuxjlEPBTD+KRp26VJ1VYx2QQS9p
msJii/GlC/1MjT8MerwqUnoRZV9ETkC+VYtIiM+5sXwn28KGmc/wOtPtR9RCce1qv2s0qAt4VeWd
X2a8h0gYeGCPKeRF3Fz24WAfV4Xrw3aUkQkzazeNPhDb6vzEdi+rDjatYItGS27wuR4iKFU6sDps
B03X1SA6LfH/Ze5MmuTGtSz9i2hGACSGTS9I+hyzIkIhbWiakjNBgANA/vo6/qrKWorMJ/XbteVS
Kbk7CQL3nvOdS2jFmrfnqHpbTbyfQ2UPruu/NL69D0eatQP9ECj3NoTlOY7mu3GK7q02DxMWzOYq
l0xW6WxkG2wTAbMtR8uXYCzTKUDZmvZkrbJ8yVUCDqO4a8viuA10yMYA90guaAa7/rNsoiYpK/k5
aBzdjSOWCwS8MFm0lInBs+ahlaH/xEmmYdeN+S5nRXyqDadH1/SHpg8/bWboUxXDAMx9/mBEUB0j
3pNsDnK4BT76AOKHpU24zjvBKvM0WPxb3AzFtyqwn8tyqXeUtjixbRNf4ln3BzVPMhH9mvLS5vvK
lrfdGvwolbi1scPiCnoIFvb7WqrblUIHgLqmpnLfTCjBDLRvVtkxZdevJYx9Q8GGfwNq9mCySqJi
Cny5vrVkwn2sl+4NC61L2mD42Dbubpb8Wz+HHzq0MXDM2h+ozoazjmP6xix77NB0p7yliSvLhAcf
oo48ymXEUqJLfk9G92RK8jTn/cFiMxj1er2IbD/Hvj+s+KAjdHT9ZV2K+oNqC3+q6h9XJYV2cKLX
qb/dWlQ9tuXpHI3r5zAqu1u5NLD2h0Hdd23T4FnpzBOeqQfZtd8dqXc6IkGigy48LWvjdxhTEbTJ
QlmUWcn4DctHl8xRFO9MWCBmPTZb0kbiwxTIMkziZl1fZDWIr0iCyrTUrrnJTV1mRYED3qyiwZ2C
tF8uPTZzbeaMOM/+pQzBwbF9opoKvhrn9+G6rbu8KVBiFOVp0XS40bqhd+iU5t2km09znj9xyatP
OeQsgZN+Gha1KwdU4bxszaUj47DHiWzTqMF3JJqVKdTS6AvTAz12jgeJyGlw0jLA1ksYwXYIyzwR
tTOXAn0DfDSc+5iJ212oapdLpZt6R4Tu0EHF81m7wX7w5TbeL3nFkzAS3fPVsc24MN2UFB0uRy8K
dcJpaS6hVcW+QlwnIWugduwaWNmpRn2WQ1Xsp4LqFEZpf9igyaVLV48p9sklKZzWWaP0fB7aqk1M
RL+QwanvK56PJWmK+qlvTbirTV2nXkxh4sLyUynBTQQclh0iKv0ZcMtGkkLM9mRtQV484fCnoh4q
XKDsN5ovZt+MK9TBwrZJ3xD1Ymecw4sKeBqFkzizjZaZlt26k3JbE9EtazrjW70GGCGpU2diAUEN
WxJ1RBwbMUbHmbsuWeAkBkdAvXnqpvWjWz3JCjFELa5qO9/XaoD11vhP5YYp8JlRsp6S3qzmNl55
fm+bhu5sK9bDip1yNw3BdtvMo8rINpjDOm7ss3Ka7mc+uTOpUQykMsJO3BoapsoW4BAandKFuwzU
wLKf+9GcR6WuVAS6YjpuL7Dpw49uoSSNx9m9bii3X/1akNRts02wu3cHIvvuKIp+TjWU0KfQx8uW
rIUJL7mZx4z0vd9ZkY9ADvIm83NN7o2i63Ud2b8WNrnUqIbeWjYdKtI/efWx7cuAJlP3KoTWX0jZ
5btGmAAneU6PNGj7ZOvNNwUP6ODWQsFYWHOXDEU5HETo2U29xnnKRxI9VFX8yaggftELsanf+jaZ
8Jx9XClEcbBP/U1edP6Ql4NNCh7Et01pnmsbL4l10RXWEB1Wa/dp6rC+cuuz1dbjmbdzm9ARpfxq
Q3mh1yfSN+q1IUPzOMM53oemIdkQVQ+sGP/q/YTSjnX9jRaxv0V37h/MQtRumvu3JR7zwxIV5c2w
NFPWU7dhOyrcRYQ4twGyAN/pmjivEr3VL6Fet7t2rUOcs6j1x2AAUrSmWwkORC40unPE5m9y1ua4
xBPfVUse75XGkRM6IY4CjWEqREkSxxWMGzmdA4Lfki98Oi8Ri0/50vBHVqj1aMTSHfSKajfrzRa/
UaPWR01q+oRCLf7KpAVPFM7VjCKQuXuDPR07URl9D3qoj6xbTgXsyZ2B//XY8W+lOYIjeDAT+VY4
lXXmRM1TqadU8iOb+q8rzvRzt8FkVHrojkqMZq+EUSg7XR3cKBMHjy2FElk0zfLKIhy1gSn6b1iR
HkKCDY6dXIqbYK6yKKi3p7pjxRsufH3xTDQ/ohxu5hrY+CAb1T638YqNtaY6MeH2TKce7UKb+9ey
I+qtdxP6FkfNJw/y4LTmrP5so1milMoJtp3FepsGotNwQUnWaAHCZjbtd61qLIQJyNiIbYlsTWrn
FehTUGphk1yyrfzUsZonES+my1Sygu64DEIY93aMmjSCx/7kUdSir1ts8RZFRdCg/m/nT4U3cG3L
0Ounnvf6ocFvPLSYwCfSuFibm5VFTuzi3pD7AaXfqWKdaWHJmK5Ec16SW+oH9pFXdXfnW+pRPZAo
UEnbRqVNe5e7D7Pv3ZYxfGS504bfhRVpX4OBgHEiwfbUjSM6UyLa4WSZ1CrzpcmfS4dZ3IkzWjxE
WxP/yGHqwz5tVhxiUtepG+GBJktci4uI4uqg6bwOqTFgW9CI0q9xKygYrTyAX1WghTZ02MUmYNlK
NoFmQaNlqpVNnNDTORxmOCZQNExz4Y3TQYoWXn0t1PbQ5aAGdYPeouvNeKE2h2SD1irBMadElkML
42kpuQUUsaKrJi0IRprLL3GpT8sMKCWcdYjdvofbACHgXM7hkrJWD7fFUPtTPC9nD7Nc1MGlL9mz
BSoRGbomY2H2E9qRuRjzxzkXwzFC7ZWaXo/pPFp07kDavLI2W+V2sNHt0IVNCr8IOAt9xK840Xh6
izg4sDXa1bMss5mbkwTkU8PR58ubcUtaC3LolEvnHG5vJZPJ3RUoXZ9WKcYsjgM4oZtKqhiMBY51
bVidxnDNjjNeBUKzsAQfZpc6Df1r0/LHYd0y2rl9tcrnKOx2lcmX1Pmja380Iw60BUYZr/hTvI36
GZ3hcgi9/Au8d59EIZrbRcZTlMysgjSymO3CS87Pam54WtX1XobFN1eUPxhZ15uoao7xGrsUKKVO
V7ouSRW1r1AvmmSAsJgAqigTJddD7Kv+EEt16UOYUMA9LpLF3+R4remWCiZ5JBUq+DBtr61nhDPh
sSk3ltZ9+GOlKL6FrronnMA7Maw+JfAnjgKgUxAP0DsoFMsyonvYa/fddcOLWwApuarXTPYkSjhH
nRfG8gsbmqyqwaVU465TtkwkXDlvYUppalI/5NkMkmYt4qe4X7IaEkrnSnji43fqxf0mya1CGz8P
6qXPtzoN4Fs+WbSAeyzQLxoMJ0gBkWlCRnzceqeLFb0JMMkoXLEqepB3DK9leQzougeUAsqjABXE
pd+1TO8UDz9Esd7JssbpE1+8Kj4LeTTVnG5mSVqhnrfgqo3JC3F5omaaNR0qWTFcNrnUWVzKl3yI
n0xw9a1shZIjuGeUHWbtv4Rlc1vU+MUT9WgF+C5a/Wdewdis171vBQ737q7Ob2xZgnat8rNr7RMq
1bsmgkisW17v+lx+MlXssm297unF09LPJpGVYskAM2ldNdx4mWeVi6eURlvWmuDQ12xMGktUotDC
wLEz0Qmn/mudD2kO5TFb/HhTw4D2W1a09ETQ96NHzHQY6wQNngKsiJox9hsk7ohhNXbgOsUZUk2U
ROBuksXqBx30zXEqpjNXGudZmMeoljSguBr79ZKuUh+d6G942B1X9gDlEWW/8/tB4zTJXZmAwOmT
HpcGGth0bhv0t3wckmkUPG1d7492HZJ1ALKzeBGnEP8enGz3YzPhWYthSC9qwYsb2gRC2WkpogJq
+9PGwgM38JX5F+ckGj2b4zBX34VuD6xuJphuPwabQ7CPtuk27Gn4aMd1yUQ5YGs1S5P6WhavqqNR
piNaHYd87rGWoyFBH/SlhVfcwzdPuA5uOcA52vo6kcuS2WKXb5DY5v5cGpOtKvpk7SuRRQoo7B6z
4VJTqb0w0ZAuc7Pf2swS0ILRBzCuqpKZXmyVuCjP+HBWjmTOfBzID1mRLyjOXTISY3fBKB+anuWn
IvYX3Ro88GbeLiCQM5GHD91kbusYkis2+a996O/RgZw65z6C8bgJ14+Kjk+9UTgrNy12bkRJMLLm
Yw3Wt0SbwgfclKEc0za352qG7V/44CWgt1UwwNPwqQ3nS9jFiey2bKuBDYRTFnc3a9ODHJXH3m7F
Ba5v6uYTA9za4AyBIayXQ2BvIuhUKIKis1Q9zNAX6A5Jk78Yd7dw7Chi+0DoDKV/2lfqsEAXHSaB
EpSjZ4RIHYo07+QtLJWknC+1+Xi1SlFzJNAgQMBYmBhPFSpSH7ls5SuABvbA4xfAMCmhn+L1azO+
wG5Bs4d2EOfBiH1Xb/5ipysVux/l2xgG6TSQlEDvCK/FwtTfTQE0txmcDcDqDP3kRx+MJJW6vWzh
LODqK/88AhPN5kI3Owq3Jm2pfF5KFe17T58iMa+3ZrToQ2iuQQj8iLw4d43eRXS+b9Hi7VVlmzOw
w5sC9UsWlJJcdO6eh2G8A854sqa6rmqg7VGpOjSN05iWQm83UW6zjRUsq2dxBPh7O9Ec298qH+st
4jserMDv+IT+buXFhZL5cx+zqoBeNotb1k3PoYuKo5zi9QZyVtQ+snb6gSMI6odAJROV8w1SFmFS
N9edfFrlfV5P8PNHNaRbA+ED2y8cjbe8KJYB3fz46MIXEfR3DRDk1jE8yyXj99Wm+Am+NSTc+UPU
QB3maGsM+CDhN5JtefE2TdF6I1y8R20Nv255GwDvwRMV+1HrG0ofNouTll5p8fUILF/tJSNuR7x4
LjccNYpdwjq8H4ZXZ8Gmj91zE4hkXKaMTq1M+pCcXQ3OpYPD1gNuw0FI1+JcucId41bme0jh9bFT
AwCceRtuo9DzUzMNtxV8fjEOWRmWTwOEXMgsgN9Vrx67rQXK72KPv4tSLIDiHrLhKPIOmpJyRarR
IiVhA59jHFFprapub4v8UlMAQ+2yFuhDcgO+RNtHosRbXRXVaRwNGGtbqfte5Pm5Ek0KPhOlqBjE
rTJAryt9X5Z7wzq4pUR+1fhrSUzb8BCARkxXhJU80DtBjj201QNRjicBsPYj6BQUQFiEotLJVqxT
wnjwKUZt2KigPKJ4mHaBWJGXWEmberX4vZEojty0C1FYyHm6K1A0P6+8Fziqa9ShonvytfrSuehA
6HLjuKwOW9R/XNvgDlLCSxM3xyD2RzLIx60uIqCCMxQrtUDdj89bKR9B8B7nEV5tO7OknBiAWTO9
dAbxGoRuU7ZNEcTfakq7xrhbMk50F0du2dHF/1WihE62Wtrjppuv5ZqjQoxxXi0N6qo5rL7UEmy8
eRRx1UBywOMUAukuoheJTjGA/H6oGKqmApGhPXr5k2lNfOo8VWk9RCWwd/Mhd4Gu4Eds7XmckBNQ
Y/mtlbDySmgFBCdhEX7YZHnqN9jwukMlHK5YbbXuE+mxunOdhUVzEwi2Yotx8BC6oC/PfKnPkNjy
vdPLelhMzjN1pd6KiB30tqUlt/h/Vp1yPrtTpU2Qbu0WvhSdJIl3/G4JQ1Q3fABTjg4FwDsBouMh
asJrTRFegeVmHnHSVkk5gI9Ts+EH07sfAJtRXvJap3nDyH4bQZPZhphdscb2rkG+oKqvWGuONWsn
2Z0mO3TnwjDsN4Ofs3wGjcZGJo6cTJ/zchv2ECxo5mxeZsHY7X1APuDhe7AVpBroWCWqK0p2Zpvg
7W5QwvKw8W+8Rflo3erQqVlzcW1Yf+c20idpSnvedIHCfpnBjQJn31ekCjIg9/Gu2uZqb3npTsbH
4yngssaD2DUAqOy1vKsJ8OR6ToNNgd/1fkx7DdohrCC+zlVvAAuF3xtffQw61HS2rg9kAXNAmWtT
boMqm+TwVsAyeqBoNzIJMepJ+qjfQTaqU2rAqTk5B7dsi+BX6CXMutoHyajqD+tsn1eRf2rnMNhH
dlM3KA2HBDgDvpjd5lSNPZqTkN9qNMCVtPYSFAHwbcbrF70t8mZEtOFkZ+jZhAsozGv4gAG96m4b
2nvNaX+owLh9n0Q0Hz214Q01hfq6ujH4qJvev1Vhvx0iPa/QPQuo/535TIKeo9XZ7gZe3q8lfQoW
ehVl8QWk3vQHb5iD+AnHomao97yxGSYQfG8GlpUKWR1BLUDcqUPxg4gOEAWUDB1qcbBfddSeolaC
GqCOPxVVRLNODC9coZ6pqQRdEOXLbvRyOxYgZ58n8IBH2XTjCw3G246E1WeYKPbor0ktYv1tx3EN
NasPS1UNJ1HlcVrb+nbuQbLkoloSNnTgKIcdfDgGqL7vTiWIscwyV510We9B9DZX1etW5629d27+
ksdjuwP6gB1t3OiYuhJlwzyMY6YGe1bhzVqEXyaoB2VA9sFYZhPIYKxKPD1ltHmazDNjCSzYD2M4
zgfdtvpIh4r9Mlvx/43Nuh9+9B8mjGaabr8M77mqn7Gq//NvEa3/D+krgWzfv4evdr+OhvnvcCSi
y1/+FdTEBC+C8eBhyPEWIIFpm//LXl2Ha+KlWByvI8AIJLykBoOl/jfCeZ3RgCEBGJKBsCP+zv+N
cMaYToiZPPij6zttJOTw/4i9uiYmf8lwCoppG/j8GNZrhKkD+POfMpwbHSimK9bIoyFAdBHb+DYg
oHMIyBbfTNuqzhXp+st1ZAS4kVYcmF2vq1O0ZkjKTags1vl8Bpxev/x0Cf9nLf0cLn2PhGHwjYww
IyGOFQGVK999MZEj1unaKMzAH5tLP81Xa3lEG9E3KD/jAP3/7z/w71cCg2CQLQxFTOIYQtOvVyIK
r+4wZK9MoEFKQysB2rBg+u/M8r+NsOKe/nK9AbpRJGdB1kmBpFqEG/vz9Y5m4PpysDKr2Bze+Hxj
aOBMFUJkZ/Slp7R4KWZDH4YVisHvfyDB6Ih3n82p4LASGI2uv/TdL4S0aBYtfLFjG28+F51GKdAj
7gcTasF20V4d8Im7veJXbG6U/ZRs5UwPHTLld60Y+T32FfnpD9/q+qk/r0AWctxlBq5XYrhjRK/f
+qcVCBujUCwv8iz3LNjjtRLiCFNzRFUSIG03qK18gn19X8EluAxX46sEa3XkfAk/giDCAiTqERAH
Tm0LTtr+YVWQ6w3529fjTGIKFkXS7V9//tPXkxtKpsL2eeYLJfdTo1gW1pH94vXsj2JtyMeoQ2UF
LUyHB0LqCZZJXB5yZHYuwwgF9/eX6/1jgasVX1/igDdIqhiOz7urxTfuAc/bchfXEg9iXcLFG2wp
IWiFwRtyUet/v2nq3y7Yf1o1KDWxCWEyDMYEv38uqDBtXZWm2imj2/3mwdIljQbCbe3qUiT/gC/0
zv1lcAsAZY/T3TrEzU5TMpyDvAxeQue3P9yVKw/67qZgKVOMq0H2PGTXWPzPa8aPY2xoy0H9CS4e
7ZTDOwrpkkVF7o99tYypADH0h0v/foNgBEl8QZG7p3h+sGH++qF0HtgMHAHOrsiLg2TjghRNq/9w
vf/hU6LrvkeuU+8wpOe6AH5abz0PrKqavNl5uPpQ9aYa2tHMuqffr6O/XUG8EQE7rADHixlMMJ/f
fUyFbaKpa541fG1vNS2jU8/RugC3mfIDqlN+qIOOP/z+UzmY4V9vHD4W5x1+WkTw3rvrhI+ff90U
9So2YQUlqoMIeQzKOPgrIr7s98g3lvvOkbFIV3al3lxgV7ATve4AsW2OulTKwOoswNm4JETZ6UMT
IPR40MyJVK66jtMxplB8bLQOgPV7AeAJ5c9TDQnpBkuJ3dfumkKP2RgDZAIvDSc9H2+K7Sru1HO8
ItjQhfltKXPtDzO2g8MYwv65w2WMAVotJezTng17E6BrS6ynGql4NaIT5CWZXtFYwBIJOtdfA4j6
jHUCPtQL5ca0iUqGGrRqwIKAZGk/jLIC3SSJKSgSJBATTy081v7RL32BVLVu5QHqeAwwbFvaz1Mc
b/lOYWDBq1e0ylPZBCBaSF0S0CThxDrIlE58DWgNGwHUQZ3w2ZxGRCAx6TM3r21Ui7RC2nnMfn9P
/2klYTuCNo+nA1MLrifeTwu2HeuN5pxCWqBdkOmqzQ9xKKHYmLnL2NYud2WLZO/vP/Rvh8Z1HdEI
M2IY/i3J3m2DLs+LmRUD8qDM8h1ixmpn+mHIKBqF/3Svwd4XYuvDL8R/lLxbsohJNSidFD4KT8WF
wMvd5wiApgMboP2F0brnPGjT3/++f7ioeLcAw+vLsddzjEN7d1EhQuV+axBQ0Wq6bVZ/n5eizZCX
tFkoUJ/wyYb/+TUFhAEIl6MSJIq921R1xMqgWCP80KqK9go3PB0q2e+ZKcTx9z/vb6cYwe6NBAE+
CZ+IQujXnzfWUafJrGNELH2H2RDKnsIeEHeNKPwt6Tr/h8+7Ftnv9x1MupQY9USuw7fid+ulFbHR
c1OKDDkkFDidVH/JzbVfq3KrnmHW0LdI9jOQS23JlnXWbE8A+/xwCBtMzEm3QWrwec2iMzxf4YMp
yFBmUT+up7EPwOH8/vL8w+pGVBVxCLzD/pqzuJ4RPz1SOTRJF0wa7LLpkUiegXubIQ+hZyP/8J9/
FOpRqQimauAofbe6F8jNyvSFyOCV9YmTQXWqg0AikUT+dBP+6R4Aw8QTi8n22PvfVfRo20dZL5gU
Mm5xfoNZBwjxhSxE2HaseOImhCpZxJY/3Pp/uJYK43BUiLfyYYhy+O5aaqUqXwbwiWfR9KBQAbpb
Oq7JXHh6+P21/PuqRgfBBABOvGjrGqr59baVfhPtOoIV7ZmMYPvlIC/Bvxyiug3BMk7t7e8/7/rV
f6mCCMahY5Ac4yTGcXp9u+wvy6RkTad4xzPNgSmOwTrdKJywf1gh//Sr8IbaCJ+E3Z3Td1uRqaZg
UNEYZxVHkDYg1XxgXTnfIUsJVa8x8g+fh3/y778LOwPH9of7RVHt/vq72kYp9GHIrU58gctfV76H
5EiiBRH+yWOMAsI8ZZ6NazkgRmkwp2Z2E4cgNxKIoFIO9ZPIpbK7UfKwzTznyJNVS91na8DyJgVU
D4lzhC6chN2WH4F/La+o2hEozZEa/Fblej2UFXN/jVeJupinlu6NmHFyY+yOm/fa4WxNRhkXxU40
prrzW2c/e+hAYRaICIrvAEwNucux/QT21sPsCIFlI6hskfvXV5R8GQqkUxyj7muuUX6lKtcCcs1W
mwuatPBbZAcPWZyT7mWcZ/PS4G7/1ZRjfpdTr5BdXra8AcM6hSapzBVJaIA0wooeMXIlicGAfI11
NOVnREni60XMVwSQKgErhCNJBNOxAn+xdqW9iwLrkeENZijOU7OB6kXIX1zY3GD2gPKF/0EnI9Dv
F7z7wofJdDs/DxRB3WgBnLmuBYgCR4qbuWWgE9W6+q+YAMXbBAF4RGMN35oImHo/fSwX0Q/7aQNs
k3hNu3bfVGbcYFKtG0RsuKIonTyboFYFFhsSTPXu27aOwdPQqLrG1AvImUiDNriEs115tM9bSJrQ
tpCq6SDd/sXpNUiOdDfAZIx8KZ7atYVJTI0b7i1SVq8o3aYpCfIq3pJq2XqZjJ2hIGK7YCwS1wQM
CQoMIPDQsMmC67KNU5Ask4fDxlkfipt28/l8mrmcXlrd8TItZw69jZm1P0+0Z3XSbFI9IZ5v1MF4
7i4haeEMdyRCrHJQClyDqsaxQuKpzy+4g56kqD6dTtata3qQA4HATAQLyS/B+JBqS+uczWBgobgi
wm3Fcx32wZCBpJTy1slOAy3uy+9UU4VRQhp+6jY5vu6a2vSgfPrepACci8eFb/QZHxTCFRmtfnW+
356wrmGjAG5bfhht1XxoNNIKCcU8nyGJZW7uua1E+4dq4++dAAoIDL2/vlqGI2P4brOsfExaQiC4
mzKMoehzjblLPb2deeB2KDu6hIXOwQV2FtJEdPr91vn3rhbFnELSkECZw1sRxXXS2E9HbE+JMRi1
QLOhRygtIdcsoW3plsmVDGmH6PN+joYCBQqgZoxmUfcq0uIekZ4uk/HsbgYS/E+29d+22n8/qvA4
Y1zbtUpBJfZ+utkUdIi6dIRnRqK7gJfTPATSKEx2Ue3jH37/P5wdKLuuP14RIcT7EkM1ms2RmFgG
+dGdPMybbIXXcyMiHl1W7scvJaYQZEu9RFC1EVtBAwLrVUJjR8CvTGEEY6OSUb///Rf7e5GAiZvx
v9rfECUQfddkVy13I6lhy4VWTzfh7JSDuTcEey1hm+cN71+DaXF/WIx/V3kIBuYx9NzYszBp7/0h
t9VDWMWl41mXL8XdUGHDhww4nPoZJivP+bxHqnkBWd6IB1FN4tQimdjBAqrGz8GwdW+/vwosfj/p
jkEwFhiCHIcApol835/DSPABw1wpVBDLfI7KFvGmhqMtTAzLhwqU1lrRgxXzDCuzRjuCGVqdTHJU
VOcCa/j7skIzTdXWi5NvCAJJXVsCSmIbwMOdsagv0zxu7HBCy4y9rle5PxeDVPOV4kCebyhY/NrM
YXikANAozl+zqKQbiT3SuiyGBKdkqxNwujhGc8z6wxSFNeYfy7iAVxMiXATorKEsx8M0V3ctBkMA
sqEEvFonmxCAZBfwb0PvsclMnXHIn/HW8kTE1r1IaTGkYI2mFWOsIlecCO7DGxvg6afMFXrMrEGi
Ev9zNXbfTKGjdtcBopTndvUtzrUqkGT0qfAEsc49qwS9j9kwvvDNbdOebMzcz9h3WZpPnBT7qF7D
Las8t8+jgJSwm6nvyNFJGmCwQRzedhgW0D8s2FPAbnjBCECnsH018zUMg0gPP0y+h+BVwpQBgR1g
LCBmiEymSD0macQpm8304PUUf681YkMHnItt9wP8dzg9V5sI2QsCODE9GtBPXVKAHw53rB/EfMbB
PZ42JIPu/Djw5caIWkVpw/KtwYwHryOMsZuMBds9NdVexIslj7SR8z4oI2ay2cowTzxsuirFyDEz
pLody/tquVIzw1S757DwiGryEoYD7mbBQfrMNpjw9QdiMhrmId1bFo7fyjx3jzioi28Ci6hKNoyl
+oqil7NEqR7sv44wEQc5bxyUPXLKn9BPIgna1jav4X8CIMRQBrxiJeGjA14UdQ2UAjVVdVKBKIx2
zpTT8zjy69bv1/YwrVqOu/+i7kyW3EayNvtE3oZ52BIcgmTMc2gDkyIkzDPgcPjT90FUWVVK+v+U
5a57k5ZpyhCDJOBwv/c758515T823UwXc+hLwlZZRmS08e1pIhsRFwVSITUZe11zmW6ygZ4fTS/p
3+RLFlgRwC5WCEwuKV4Paxye2TUMxkbkYRIQI8sQIGruPpM0dVY9jTbABrzO7LK9E7L9Pi+rdKkl
zwJiVxPoIUdWkPMrp77sD12Zupe57ontGFkSWIjV1tfxF7QhtSJysnFp+6IPcgbv0MYjWchRz3La
chGq9lINsfGUmjUXIBVy8c2bc1iyOqwwEfV6IHFAJDt9JRo1X4gqDJJdFodq5UFL+1XXi/c2jRMJ
+ZHEJ6xKQTNhuxDOKTajyjJjPbViSFwWY+m4pGr1ZRYUEmknl+pVC01UkQQ3XkfPcLDp9Grd2STB
q8CxlG2moQjrLQbRbmKzOhhP0zAmQ0R4rjsp7eTfXX9A5ggAS5G+zOQ3EyjIIJJRGm8FYfpHqTKC
uOwqxR3msNlG9GFVD9zq8bidPVm+FXngvUqsnY+umRc/ZunJq54gLfzeQDoTpByywArb5Fs5+r7Y
QAZOVUTijYy2S7Cd4JMIpmq31HNT7srOXNudreqWiIP12G8CTyEZimNyJESDVRlu1kbTzkL+UWzh
iM2M27I0b0o21SVZtq6pDjXb/i8SIaMflVDigP5zy23hJrl1FKKjlTyNNcIwi4Dt+6DcZN7NxVio
s1/6jtzTnIWkVN38qqoaXNvy6uCpmBL3NHSdaW+tEjcUz3OdXJkyzu2NSbpliTpCBOW2nQfLiUxg
W/CKerHdCx4sqLOgx6z6mJTKyI7tBOGwK2SVXVd1v3rkRk6AkR2UgbnrvURX29r04ru2JRxpptiq
oIGdTENyyeHDhjlnh5Pk4kaySiaU9OtJ4sGZpilCS5XThVKF8UziMww2Nndlfwg1Bc4os5z02Yhx
IPFI6eswalS7HJoMQeZ2NgraV0nQFMWN74yQd0E4qoUcfJj8sJeu8C7mZhIvfNM9gknLBk3syIST
9UlKD5RemlmxkQGZ+okzwqbtkhwNWkCcc4Nm0kvheybvScY1z6xkasqPzNRGTb3TL15GI+nuOoNG
w9ac6vqyWzLyvm2skcQOk6PiaHQcstyGMwq0inZd0ekKGvUt8awGBxz75tfY7PS3PhWxvEibmqfo
KG14Br7M6VI5HTF2zHPUalEnLP4ups8w47bMNsG47s6mZjJfq35EW5bWNpk3w6pkvM3jbHbABQTR
O1XRPPhXhfDfqpHbf53zfzGf/PKf/3sL/adG+9+25P8fbLZTS/7Lbuk3XfJD2civxX+12Gu7/fNH
/uM6cWln0FNngCJln7Wf+B/XCYVi9lXsrH3TpGb9n347XmS2f1xhTMJcK5IuPzT8W5ns4zoxqR0i
9ljbbob3j/rtpv/rztvirwn4FVy2tzxZPv/8LyePYVgKkuJYC+K+stK3+BP7qJGAgYDIFQdprZ7g
dxLizYp62y0/gpxrSAOR+HIigUxssI+WT8hEkM486JU8WVYGJV5plGblUrKVUEkqWBUQOJucq350
W6LQqEOnLbaPigw4lMssIYKWlXwpxzY/y/VxM/sSLgY1Ub2SMlWgxQWcktr5vaxh+SFqSDJLVG4D
udmVt4nbUVxiAKbiAWnQ7V1/rjAK40hYOtJfrAjfeuNZ8h6K5EuZ+ns8H+9zXt+GxW3qPLcr+kNu
qNu5Kw6kecgQFXM+2IBWD86QqZv5kx/qG9TEnIbdb8kirfuJ0Oidn6fea/1JH9ErBJZfkSSsVt5d
XibeMZTEsCm6kORfIabWDiLf5UCBfc+H5ciDi3iFnrq29PYEqrwdAcbugqd//BqumFTsdHjY2HhU
aoa+Cox9tUJVFO31dQ1nNfktgjwAo1LuvBXEsrt2PlcrnNWsmNa0AlvTim7FHrmswX03C3fajrOp
bmuf6J5ccS/IajOKHejQBhQssFuT/M5Kh8Ho3M0AY7R70kitDNlUDbyFlSvzkmE4NStr1pqgZlXV
cmKCqsJCdcxWMg3LwKNwYdXClVqbGrKuNBvrS2XBtLk2SPS8cm6z56IT9gbvKV8hOCNxbwXWvEh0
vn3ZrKxcnGXIxwK0AZtgZekWoLo4bykWL5V9UbhanKyVvQPDbb4iUyDxTkHIzfs7T0zW1byiezIc
f7SfNF/ZTuZNtSJ+nPjHK7bEaidWANCrtXHWn1QgZavyPlhRQSUl6doiqQ+SQuqGShPfx6jGZ3P2
Z2Q3fHCSeNmLzU7BNWBLYaKTs1wBxZYn295yxQwP0ERty7ONMo+Bp6RzNq3bwwtbyppPwNnW3rNT
50trz91hSJdwm/atcaVXWNJGDUN4u7N2zopSsnnvrtpPvnLs8gq1cK7eakstF1QzJvwcPkwmohlz
K+E0DX4k0irDKlLZpAaxxToYAkb/osxMUvQr7tmHBAUiYgXNc+3oBVvkvGzqFRG1VliUIrV/mlaA
lFNmu+uzLH6qPvnSHNLUkhbI6QqfUvZtNqS99bZb0VQnsftjHGeGyREJdLUvW/NoGr2Nv654m30A
13qEI0GphnAF+lV9crDGisRy9XwNc4EpjV7/KV3BWXtFaDEXDREhawBbBJ+HFJY/Gowm2XMC+EJy
NJ9g8EFyl1mY3CI53VzZgQ+v6C4FO5jmT55Xkz3ZagfIVxeCjdkK/hIn7R/oOsmTsWLB6QoIW5mU
Z5dE+Tn+5IdnM3z0cpBiO+nXdDKYcf1JHHsrfDzNlthYK5BMK9X5ijQJSNnG6kH5so9we+K5g/I6
B+SdHkRmWbukdC4t3VxREsjeSBrcD7DQIhuIU6x4NN6+9jJdkWkBO61XiLqFpgaSyqJgBaxLbmmg
Q6Brte7oy4HDtbsi2f2aURFiZpPYNHyDn+j2CnEbqG++OSvYrQaVGexv/Yf6k/vuIcDjGNokn1DS
djyILokvONwTY4IWdMXHm1Yax8UzbhMz/5ZZFw6qpN3iW3sxOV8SQR6mwjfRWPhvC39PZOobhQ6n
2VfpfLkgBr5Iuwp1Ui0ycW9R5L2xEeRt5ha1AvU21w/JI65+RgP8ZUvquN2lvRnvZTtDO5fWgKFl
fhGcpnaGUUUZWdAVj8H4poMIcd0tLUV8Br7Y2lYhz4nJjnXy3HTDdtm6CPXw4ATZzWIiXWlcidGA
1sX1VAh5O09Z8mKg3ubMLb4MxGtxSrjB7USUk4RsvcKpr7XrHztrHgForPA0O+GF5wQnolbjg6/z
vZkW04Hu99EfAe0SYZz9kH+Lsfe1OyMhLZ4sXbNPZnFSdvjDzvNb1+Lk2HeAUItKvhph0u6EOZvX
eda1J8fL8KdW7rTp+0C/j5IgOwoSRKlUvzdWynHKc8lCFwYheprfmIfBk9xuaX/0VvFGJZWJAqKy
HoFck71RkoEd1fw9c0gDhz7pJeRW5YVm8/mWeRmB2Tb1d8LzOSl2zpnWQIDmXYJmTqxVoHXuqeFR
fswDv9snuugug3a6Uku/nPwqZI9g3nGT7TmAzdSBsiLd+PraDIr8ZiqpNHvQtGy7pX1c9FyjL0rQ
9QUST5SSDidnr4X0zcom/RHKWD65Jsn/0pnngw96dN3M5ZdmAP9KjMTHwTTbRw56P1DwlPsgDft2
o8ImQHcaO4jiXSMaIDzOIhjEYRgh2DeGnxTbWMTuPXywc52EU3sbrCxjMqK4XoK0unfHwsCwEXqn
SY/xFYZJb991U3vUS9kgho8XcBwoBDUP46bqczJF5Csit5nn/bLkPO1GDd7DIdzRT2GySvXpAg3f
nWDRGf2IztpyViLKy3PiWxG7/sYXo3MKa7iwklPFc66n6TYnsLvJxmX+YC4BnQ8tnOScG2VyVeVF
AIHC6WOWlz5OjL1TeRcuxbF9WRrdEflEu/cBqZw8fXDbxvkoZocPlkf2sTTsCuviKHfT4KhdbICv
9Xz4mIlKz9sZtohvFCj6RccmawvRHlzIMki+DEKz1QuOVCvPylrOng9e5Ii91xl7mpCR3dLEKoz4
VGTTscvriz7MzxOh0ajTLN6zsNM9bMiV285Rliz2qZGtA5emhq1d2viPpvISENLZd9gSELufwJbb
u0V6PoSqR/y9mpu9lyzvwhDHGN8Irm4g3OV2Gc/ZmOCBwEPT5sCuyRtRJXvnquaKfPp1kKB6pRl5
Hl24uYYL+TC5/YtZ6CuaPyhh4a08ox+g5fpIwyvF1fg1LBYrEoUUB4uyqtl0kW+UF5VwjuXCpALG
daM1CN9TavrbNOci5h7ZZ/RKtvA/4SGlNjIV87dOfBlRAiHrTU11FfAoI4HSV5s+XO6Xxb0P4n7v
KT5JNZj2vsydy3wqnmTSa+QhzWOQBhTEfXZdSbPOXWgPWX0TLsDPjXYPQ7Lkm6Wp+oiQGzafxeCw
nciP3rQQtc4jzidRE5Qvu82CWyzx2YNvOHAehRW/NzJ8dr3TYk1XJJ9wItgoQoSB6g1iQvTybHfM
ERj5nOOS7pfhs9Cka+GihMJs7dQiCRkzysHJkJeaKxF0YeZui9h6WMiGjB/prM4qHeW2WCpvN/vp
8+jYu8KYvth189CM5Yfskx9x0e1mI+ekWnSbVvaHHliGbhnIF6KzOyp8UKJtVV0Kw2MSgGTzO0kE
TMuILsKoTk5i7el2ORzgp2w3zJ+YI35mr3CDh5DvmxOBjFrPRtwrX1K7FRs8Yt2zXhIiUdl14iY8
MOE4/AYndWOXT3WDwmhpu+fEt0652iLKBqR0q/FO4UCKzeQ4Tk5zMumj3gg0zi9Ubi60kFHYfhOj
/UgHT1Q4nrJLwd0csNlp8ckuamLgQvfYupm1M0fMXFXmAkKW+XXt1j0+g9q9WNLEycETrPC17Ujv
D5WwfpQ6d7+Uipop6Di2wBM7fr7Uhl5+gnDK9iyU2e11waXI+QLDjVtSC63pjaY8Afz+u7RDvU8g
/ZFMcaVbDvXnztc7DIaSDVwNT9RnLb1t8xvv7lQKcVXJ0dv63iBvDFkET2PgMTqlUsa137sxGyMd
7DqBrbXgr90STEZRWE3Di4ldDUurXGFlc5/qsjnIsRNn4VKI83VYXSFG8J6otgMfetjqrcZvIFrv
F1vxa8OCjwHxWST61NzWSSKYmL/KkepmGGCiAOk0vOUSsd+GoR8R0d1rZsWcWgplwKZ1diLBdlhk
/rb0GJny0aUCXMgTOCer0yKLfTEnu3EOrjPGnJ4HBz0KiIx5xb4EpfM844+21Z777mrxpy8F3ikm
beirgaEn8JGOfZR4ki8GPefHqQtueQxQGdT0S+exwdbYqRcnNjlbdPP3esrxIGLF3KwdbzrNbPZ7
MW9mEBi2/b1Cm2dfpdlwP5Jm3XOS9LidW2rOfvZaSp/nR0Xzt/L6+EYao/c6LOQQY5bUrS+cYZeK
8VuZMdkisBPeV2n7hKST/aCaR+r4z7VRsJyH3g90HQ9WU9zzRNySZ3I23KfHYJ3H01ue8VRynW/g
lriPy2UBXK548DphvKEoLLnBe5sYjL4DcKXvW5dfAbswMKeL2Ba5xyYiQOhmUEZ9JxV7qDnJUzwv
o7l2DwYzBuqiKbfClJDNQZvsEretXqh4IndyzNPgurRjppYnMU56jKfPlplkEbrLU9EEVCDDy3TN
Tk6hrY6t2TbsIVhYdSru5UIJTrvuVRn4OxYwkhcCbzPm62w3xv5bzNXH88Yrr/qGnrPMrPfRmp7Z
HN1MpClvfa3vLDc7u7XzZuWds0XcciEr19oGQRyzM8mZvmEaL5B+AQokZtxQSo/XHlXNcah5bkI9
bRS1zCvby5INm97ywLazBSWultNgdyvSPVGFxg3O+d6dPmhKgQdwm5JGGMIyOC61yF9RZ41XVK2n
A5HmBBuHxhiWEyn/ivCbXprnyJoTEQpBK6/iV0ZE2C9ED5YNrj9xxlowR0kKt55Tg9w0dqLpuVTh
se91+2RN3GNxNWDbpuxMgdjw2WQu0kx5XC14X8LKfalEOTv7KcxeMV1TGNCs0ht6tB7zXWiYXXud
DVxslN5jW03vkxpQnedNdeoaC+1iG1hbubA9roXsmXdgoQmCnL0UmUN2dxr9LUp6/46GTQOp2RhH
Vr3ssXa9fM8pT1yHmkbUxh9JxbqxM1yPtlUDehvi6xwX4900hjW10tH9ISrOfYVesBTk8MDdkNQX
RlK6G4sMar3puEk3yDq6l0yiKx0NXRy5GeUNNxT1a2uhgOq1ZgXh7VTxg+nGArK/GZhz0dbd/dw3
+Zdp8MC+dO9euKmVc5UR8GhCLBEBx4HIGjjX923t7uwKaaxXxIjn6UMdgnwQ25GI6d43/Xw1aOv0
LlyB0bn3iihUDJHA/KDQyg3et761/bOJ6OjEp5jRgvLX8Av61QucFdyI0rbL3dRpHuOqRvC+awMk
LhsRtIrv2FL7ObT7fTfNwbkoVGBElSTHOwimA21S7O3R6BbmTZCir5F+IMSmjgd5LjPXQx1eGfQy
xjFapFtufYyzpwKGcNtj0zpatcLBT8h7HzhW/uQ5ydeO+t2d8pevrqAC2Di+OHRh2h/dGCK6DO0E
5ovlquhqZ/0KnR3JKXZ/zdZLpi0ALQ1KTULLoEwX62PT1JRJNPoyjvie3hcVRX43fSSFgRQcMSEA
pPnhTj79UgfNjvBdfZGJLrhwgYYPKSzQMYTZeKu7CXcG3RGjrsCCE5udJfU0cVsP6RiioqnSkzCG
7KIXTvjeGE0LA9yLb+20ZPuxsaaD16ctcz8AYZ6CZXQfGAH1PWeu1an2yTjADdn32qCYJKnQRLPq
E1STlBh42qP/qwBiO1/JW2XO3Z1jtf4Lq0v5Qtgnw3wc+9eGoQiAW4N9H08Ja0C5WmhyhrYc9Wqm
qVHU0O+B3aQ9i7imWh02xafOJvhU2zC+CzjcXY03pmrtF2ZumFcqWIU44LWcwJrVk+Osxhz1Kc9x
EijVoplQ6mArzg++vzS3CWmre4eqDWWB1cMz0wkFkczc5HX+FPU4LAkPqZfjXnE/VT6w5Gh96BaM
53J1/XwWxP9Rb+Bvq/4/9Qf+fwLxGFj4NyDefyY5/9eCvv7AvxoDpvt/OBeRd8GZablkxokV/qsx
4K5zYIGQgFFpDpikRf/TGHD5IToDHh14h+aAuVrY/9sYsHyXaXKgSxBjJNz/SWPg19wLOSSPS44X
8ajI0Rv4OY+kQe1bm1NshKQswelAG5wK0ujERr7NHOX2V4xiVO9Mdxn+EIVa85t/TZHyynwqYDSg
VWvy+5fEjY99KRdJmkXDUFUxBhzD+NZ5PNh3mLnYY0Ddh+MRlyhD+KoJffJfvqF/t7H+yvmZa+z3
59e3wYpc2w6B00ICvz+/89EZWoINcNwY7LEroeFwbHRfQ3NYI5pPIwj/d8daUBQxZoIZUlQ5m8M4
GM4f0ru/pq+ge/w1bMrMd9fm8vgl5yoN9CPdwhEGP6l7NmxaIY49zacpVRT5//5N/5qp5bU8x4Dy
IZJMfPfXlFM7t7OWYuDwUcWOfAzihY14AfJ4xVOZz1w2rvoDevP7BcbbA14CZDBMG77x5495ULMa
JwOf0ajLGS86zeviyIyQEH9kJtShpyTZXgOAGt/+/r3+T5+r43mGabheGNq/YgVDTV3Las0iEnXc
e9eeyuP8ZCtR9jxQCDj+/av9fjU70JW2hRiMi8n57VtcsmpSNNhIpJbueaiGj9whJQG3xrQYaRZ7
seh+k2Pjqf9wH/0PHzArCHcuLT/eqPvL9dNOIyXVAg6nUJ57lrlCZi2xgFNe/6gwFx2L9br6+3e7
fmm/3DvMqIZJYWCyD0jxy72jsLZ4pd1VUWu4xjeX6VgkLlip/vAyv3+F8KKsna7v8cOIkn6+dmp7
YKxEqzhquCwP6CCJcsX1pD90nf5z4tI0+Ph4Gdel2WoGvy4IvjCLurMQvUiM7c++rNC5w9lP0JUZ
4wBUi858O5YwONjfbVKY8ziOSBZ9JXZdU7tU1tN67v5wYf3+GbATZ5Vk5AUYILT2z59BgbGsGWNE
FlPKNv1sxAweYFBhMV9lWRr+47WIB47JimjwRPCJ3v/8YnrBMKvWvhUgiHtmImh2oHCC2nbA9/X2
T6+h9eFGYxvhPDeMyxPur0lYjxUo5x5BP5px4LPzmWuoatvk34GF/zXd+vudCT8ASLCSJqC+v6Vb
Y1MxZzhhsuNcy6t8ESWS1tndlrrjPAUKkLwbQlWPVSyw0P39e/x9veVAwEsirmdtB238+T2ONSCu
anmPqW/xdJtWpYelOU1GnsWQq6uptXj0/P1r/n5vrrFaB8jb82H5f71piCMlXk0lNUoZWHsrdFk+
s/L+iZb4bdUhnLWCueG67DEWef3zv6QJmHCic8073tS9Kair5/FV3AXOWhWOI4KJ7YPJzfsHRvW3
9PSa3PbBqcD+IXCJN/78qk3P7FtbqikKyjANz7GdBBeM0ms3xZDq4EKU1PsOlLLKeVcT/WGSaekl
H1ld1RcExjRTBQ2/oHnMQV3/4av+vDd+WhP5oj0mU4NsU0j6bT9D5T4cF6ZWRZpK/CGwKLsdcs9N
8BBaDMoFC83PnAbSW0j8MFpyzUiOXCbcxrr4nvlhJyNXgYvtAnvK/nRf/3YTrEN4gIQsa13jvF/5
VzJxOsjtSkejmQcv/SirLzoMTGjJpcwQC9XCuMpKwYXJPpFtoKl7Ze0WbdHtZIP4QraivgAflf42
TKR18snHzzunn3yi6mWvli1tYpbkAsoPJjqfJAWncF6JED4sxLRtXXxgGDSMSNKo0/tFBQBxhCwt
Ir+CA/vGaZcB8VaijKvZU8F3iXleXQyxh7ZRMftk3rdWwP9nUTf1d5ZBvSRZQnQ2FHANkh55wvjI
VPFLhNN4rxhQemvYcb23OPGmCGZV+U6AcaGVPFdlFHCETCKHzyQmtCvVbVNoMXG+tjHmcgJbT4Zy
rXRpUsNvzKBS15lhq3H39zfrr98Lqzr7+BUIMAgB8c+fL2gmRKu0khybxXUp9xXhsnIHpOxNf1gU
1qcFf9Vfrk8HjhRp6Qqvg1AyXemXtT1XE5k9iP2N5TBA+auw6N9vTLXgArWMTCK06od0I2smrmom
XI7bfLRv46xPSJvHEgPM2NuXHj3Sa69OmG6ceGF6qwe9LxmbZyv64A6EJx0gJGF0Uaz4Xhcr3WBz
46W7tNJjpOuqPFgz1kfEXLrfz2P2RVuSEgY4VBsxjcKj4TyXu0y1xtd5WC4ahhu+Gn2REKuMi/kh
o1bGLJhgCei0BaS5kTNRs0bIytyCrrtbl8Rs3zUxgQeIndtOW4G8zLIij0Apvf6Qjwa+vDFIWfuT
KbaZO2bT2qkdpo8xUaHWUZkV8zpVPvDviAfgXC5TMq70JfZTKox+G6N4ZYoOcxYPabqoveO7fbOh
Fqlf7ISkJNPm9Fe+dBysg0exsUtVidgEMNEh2jDP/V6UlXw0TD8kNo9Xb2ip4k7jkt+Zko7LZuS3
WHZm5wmPDnYgTsBizTZ3y+EuNiDMO8cvHoi1V9+dYaJrFTKRwt+YpYtSjxgrvugpuZnCtrMPfRnQ
KDVwp/3oW7MnjyKE+xrLWjEGwtSoPTNb4X/ER0XP2VfTrQGzfWe6sjzSQcgu6y52T7Q76Clioeht
ZZ/58I3renF6EvIUIjLUgOiJGWXR75K6c5D+mUy7j5cvgqFHHCVBKV57rqj7FNvppoEpK8h4wxyB
btlvhOHJu4eB3tRl/OzWs3XbG8TQpLY+zDypd3kWMGoh0HTJo2aRyz7smTWLcsy3rug45eeqct37
NjThdfSUeCPDjm1kHTQjfqiFdk/UCLamB5ThZnENkvXup95DljPFYuqtGXeYYuwiIsdSlxuEeM8t
cwySQ5xY1r7NW+POyvFhgtiprWCM0SbJ9Hs/S/Zjbp5E2F/1pi3s6R738LgDIewOcViRkef41mCT
yoPI40Ict6xaA9XUiU8Q0NXbDUKMJzMMxgozaUHyKct6/9FM8sfUisfkxKGlPBa9YafbqmZ8CIFk
QhCakZVIKEfNJ1m4JSsGIZ8hFw5gFcLlW3p8xqFUs7GdTEdfJZOnThyzPW7u7E3aEEdN3j/E8Ayb
sSTyMdn71NDPfe4+55wcN3yq7qYXaKUVbouZ5/iGAAxSsHRut56oCmq6k+nutAzdDysPdRdVzWiW
qwdS3VBtZXqHThkPqAo7ixJ31rusVB2ZfWY24RF37qQyxY3VM9mc6F8UW4AM0k2fatc1j0T5Htpu
7O6AfLKPVHrVsW7Ky3wcHkOKWluPPOuGmFCr9NfC73EHogSTX9jtfIQODzcl5Ldedc5rvmif65kC
tdLMEiXNRdIouRFLU5+NzhEveaxvXOXPtLayN1N/9HX2FCQh3UyMDDpYmPuVXLFIMWVrkjt/HA6d
hkog01Dv1OC8JUkoo5KZ4aYYVql2u89r/WT7o4oqQ50Tpv7W6zAwxMJPiTDtg7sUP6bF3baB9Ra6
7TcjzZ5CxuciREUjXdFoioYEz23oT2B87fLO/u5e2foxIOWMW4v6h2VSBaVQWjNos+o2+ZBctlxj
JSMdgS/uuzhBXMaD97Kp7E1vrokRycBU6t4JxlDzpnQWviEtVZTmySXbT8zqZUOZp/XQzzWLuK5G
/KhTNZcbpFE2r2C4J+WlTJQKyNFXVeMwFo6hVondXNdmmG/8DrP9aLc+ZyH7AostxWg7f0wY7cRW
R7NBcLud4j6ZVudE2SYPFjANeb7mhvhcFI4zA8Ws7HuAmf3I7s0NCExYDmNSTfejYOPRbvJKqI+x
dMdXdzTrU8x9duk0uo2cutibbcavzmD4C9HKm2IwRSSFpR4cQX8fgdSTsciz9vt+14frIYOhDZEF
Y6FaZstZwZUeUOmGNPIGbbbbcg6dXWlVZ2kOr3URnwA/YuBQoEThMLTCoVhEMSeMXFfZ26TP0l0r
gwFFUfnkJ4ygihzT4IsBHOm0Ftt6mJ7yETOam9zROMK0ZyOWLN35DgThPfEWGbHGYoXv3HHXivR9
sPDOSYsVsa4J5TBPropqAQIdWkVylbftu4Xcr0uL4BSCjDAevf4RiImacVNlPzgeppFTxsYOkij9
GGNdnxlRzbBQJyxRM4/lk447vhQrDdndCL2jAA4ENdEsKmgvasIw7JoP7Qw6wjXxHbuF5qqjqDEN
S3aVVXVw7NvlPjWdC3OWD1XdXo5Te18PKn9VqrvDvulGIvWJOLbBu7mUya5JS/uoZW9Rz1rynZdB
iawC3rhkSE46Ztea1fm+7+S94TZoZWd18NDOOgyStzGxc707qNM5XARrzLdLbvMiPXXCvdRK3pGI
YqGbJLX24rrw28dYS3acVC0uiln+aPRIw6xdLtPEZN0gpS+tiWgDswvBfI0f3sAAC74Uyz7DqjZs
Vedz0QzepqmIs1jlfBkMyaGrUFGyy/CP8aDuYGsTG5BrHYO6fuHV+OYnDAfylXMAwXY6TKFpcW0k
jM/AqbSxwrp+CsfqnZMNsvt+QHFaWA20G4U/rkXtTIz2WK67YTmNfah3uH7eWMBdHBj6S0w0aNiY
CQ9xLIfsU0RyaWaWceWokg4t88ebQE93c8VFSemCQENRLszvoRVXk6li/Osotigg46iO870Ms13H
eNg0SCPbWfh/xuy+sEKe5O5s0Pmqvs4i9BG/1B9GBopFNQBJLAEneMuU3CB64EHaaFWxmzI06tGr
u0uvzCnKWACCmF+/JrN5lkmIMDkupgs3YR4kBu1uKxbxIlsvu2Juoh9NbXzdEC3bmRQYyqo4GuVj
7CcX8QwNSgSQ+PM5M9IrPyX2x+DmQ1wTyp1jYWzoaDXbMbZ3suw+Mpm+e352TNbPNvXImhskJBmh
5ZP87ItoqHp+Ag5w31sMKyzSFvOOBolKM2J7NOTdnkG3JleZ8dC5TrxX3XDwbPEcc2qb0WCiyLhl
p7FHDyI3TkHW2XY+gGlOQ9agLhYH7E/pRjBLZTO4Yp8Uy56W3C1V5Sejij/y2tm7I84fz9k55Faa
xn+Y3eoGxqrcQFy/+T3BWXt+ahiRndIkp/ps7hxJdIMZgMUevOaW+mm5VxOzoqzKZhiJXXrUwPAw
mhNfB/HZbVPnwzVdYjbs3kAihPXdjueLUHEVZLV9SF1QqWTuH7pu2PVCtPuAetqGOShseETzbJD7
2PjKuCyFcW8l/rVTrd5UJc5mM+a70igQk+NG4pJyUKSXpOwcdPiNi5PTHDEAkO4Kv2RUe5j3szAO
YbTdrQpJbC05anfGDnpKXsu6efcXV0T+nOckwNiRs5t+Caru1g9mZoxpL71wUeHb6JF6ZqwSXWBy
lL3E4injVPKYBOE3D5xlzvyjNLr7wBOP9HijEXlepDznR+YHDObSUIDS978YYc4ULq8lx+p3JgMB
9BVcXh1ZPATYYss3yutfpzHAjd37zLCsg0dvNhnvZlr7pi71QWmVn4LKfiyS4CFNSe7D5NwhUiT0
qJprwyLArhv9xSHdCYVjoZyd0i0RjXtVSvYNw/9l7sx2I2fObPtENMjgfJuZzFlSah5uCKkkkQzO
DAanp++V/2+gbTcODvpcnRsDdrmkkpKM+Ia910ZjUCbNxcizYq3iK+nAw7/LAYtyUG3DCTmNn7Kl
ZWh+l8XDNZDRa7esW+7rVn7lnUbrYKR3dVNQb/WY52AstL+OVdzjhuXwZ460Qi31ojD+rNGAfgOk
urdgZhxYKNvPhoX0W4y9C4U8gd6KLxWFynLX+26/gd1L+HsiS1wIc+mvgrT9lKU+iwJcMxfYETFf
vLHpejbcV4iGmQXmNzx3MNKz4b2viKSqSmKx6QTXC0fo2Q+zOt6UllftsZb8MTCnHfuejHM/ze7a
Pr6rVHZEsaxBXclw19Q9t87sG5HhoB61OoLdrABxZZ1bEhn30kXS9rAzwdZdhbJ8aRe19wO2sykn
y8pskYQAAj4XhEugyiYjTlfPdWn8LIihL2ai0hszwEhX+63Ylhkf81RbRoTNO7mxUQTBlD6ko9ix
GDLeh4pv7BXGLiwh8lfBGO+qwrhIIESBml+SoUcMksE/nZOD73c7TrON2QPDUMT51L26r7VAlN20
Z/sKy3JRLeVz5XJ5UeTkZfqgQ7ykcnLW7tJdWtN9myuM/WTJIVSxDh3r8bURBNdwkjGSiXp2FuPZ
ysgoaoP6fgySB8iEDyXLbQgP2bs5tDvYCuCAXec8FPB3EcoeO5f48GWKgra5mcyOtoQOhqt6m/bk
ABu1v3U0eXLThPZzwkfeE2WVKHSTLsi8tRdU81lg4IjaITxkZXxvORVeAX/KmZjEB6CxW7scX8qi
RGJYWNFk0dRO6FPj0fpFP3h9d4FJQ1D3IkyJDfEtAAAQIMWCeIS2HmxyWQuR15tWjqO3Ncau09hk
x/CZhrF/DM04xQ1pGnm5MaYGN7IhSVkoVuDxlluXSJz8wcs6rmk0gYXau/mQgoQ3cvR6dfur6oHD
z+gUJWNrZ/atKLqaaVbWO8Yxnpj5rJPaFd9MctwXY4D0ZJjpiBiFVfjOQpqJH0g2d4CnzHhtwksu
tpmrxSVujPhqTR9i74BsEBwuCu5gwysVgEVWI7J9bT3VQ6otHDe9/4RSO70AESNnI5nvQJQ9ESBy
bzHh/5qmydm0ELWRtq3l/GV3y93V0QdHRcgjmteCuz6Vstiaptm/T/yCeMJQOcJo8eh40+HeFaXe
+syzUJt8mjK9iY3kaXKAeCOLX09T8UAGEOJ4+MtJeM8gmADrDm1lGbokfJEhhJBU3ojJgHOexCr+
Ivwyv0tlE9USTrqszTXJIMFmbp2vtkN3VYp4PBAATUo0BDmHv0Swp2nw7OKF5ZbpxuS44OqJKm+q
MaJ0p0ET7JwhWVStqZ86X7xXQfPi+5iQzQKwP7oM/0tOLiToGug2a6rlBJiZSt9PX9PcJevX6sxh
X3KWrArlvhRzUDxiPnkjFkbwzDXELOX8TA5pvBv/qlql6mvB8NQVMYHDgr82SdoUBPNA2GaJishX
w8Gw24dM23f9QmpGOon4xHqdAGRZ75Jsnh5TOAbDWU+6+qQvS74QZgaXosnbLSb24gGNEZPdbFpn
M0x4dgnjAwPKzZwEWFW85TINqiYTIMGcqpEEWdKik5KpPBPu6z7ygn+qbrqgwsR1EpK5QtYtSQcS
R9gzjTATV9xo8+Pcd8uBaxH0CBcrcix6vGJZiAqHe3FEWvmKAdU4ghy7JLZ8JSRJn2osOFHqh8uL
4aHrWyjayH9UAbK/mo5ep3kajWlfPofg+SnAS/fRShJ+BM9KYbDawWHqWxKTXG+8NNAA/hCT7v1x
B3d40RB8VkXvvLQWJrA0K4s7mRjU4e4kUeXFA6UEW3RwMuQbtOQ1h7M4Bd2AgarBoxGMKjLhE5Kg
N/2RvrrhY2GDNgIxNTJSO9zmnnCm8bNJmT7xxmzLCQa8gFh4Yj1SYZNoysMATuJAUkS5x5DR7OvG
HZ6x6WPt70LvTVjg7FuK6DWllLV1wtJCSiB0lIdlHoGgjDJGQ9gbZrG3Ky9YD9OM9RfG94aAwkeP
8J41zuD8uJhq2PICgnBwAUv4LoVMF6g3COu/0q62c2DHEWbnFCgmLp4stdFH1bOSKFFbr35MOhMK
YSm8jhzDhYmVbQ/ms+PG3AuiyRp8lfKdIcnV/OIRos6C3iLEfTJ38A+YnxmzXqe9vsw2lXThesWB
KIJqAwMCkz9C0mE7mI3agzj1N0jkrY7jvSD8cPbkbVd6zRHZEMLTOp1rMkTRbc1Bkjz6YORuKqnP
mEKIisPU+V5AA3ivlHSnlaXwfJWNb36KNO+2IYPjnwB0DksCexoglWXdZxjKFLW6ip2IPXqBcLFT
1p/mOmmmX8KfAoaZQoV3J3HWk8CNdapnFxc3VruZcnGaEWVvm0VjaEfi3pPdqwgS8+9rNPsVLmaS
fFFEdx2TCoOpNe/36Op10hOKsODxR32M2C6k4g6SJj5aadaRiQVWoWJKzWz3aPVW5vz0PUrWMwv3
Ll555VJ1BN533fhmhx13AQw0OyHRssqms7n0XnYY0TEnES7y4kWV/V9bCY/TTiter5UUAVFOXBLs
Imeq/p5amxi0to2JoOOu8GpaIC/JHs3S8b4SMgsuLQ1/svf/Wid0ba4k6ltjdigoKrUnSIH0hmKg
yDsCjPLtbQxhadzXfdm/EvjKQ1XlHv/DBIJKkjyAK+46CPENeUwFfhv04NomV0aJyZmOYzcX5a2N
HvJSzFp2W4jO9j4dBg9Pjos6bY1wXTLP7srZ/CIIAgVhaQb1Ty8M5dxhtXDKSLql47IqcwkFajEo
TdsOsnC7ZyyPaG9KPdOIWF6WIcgB02DSMzRhfrSzuA8iyVR10xliQ7u9sxbjfnYmJrJB+1X6kLrF
uAvH5mEa8/GtloyfQ+uPMaIIrBWZkM126AhKxzTIcRNaJAEyYr5fGLdidUqtE5/2e0pVmw76J0Dk
SbbiuLyrgqgjvDWrWQU1RRCzOzou5g3Y/uh8cDl5cIQYuFyb+HTr1ER9FOVHl45dsjY9g7VRoqwt
XXxMrKWN1jHpvrMQz4sxflhJ793WgJ0JwpnwDyTtHX/FeWRknj/ZoXZfTKuRe+1OX0FP6pBMF1jR
VNsRLRSwDYLh/GPNv5WQF6SNHEIcQKqzK+Z1+RCGxc4x+9q7HwuUzBsZDpwGU+fNO7TpQbqqgE7w
inhtaZ+1b1ZfCeQZPDYyG5xjq8bSZtZwXbdurZFY6L1UGQ29A0QHsXfa0xdAJaE9oW/UmulOEe7q
Opidc9ZKkDJtE7ghkeNNVkU4TT3/VGUGWU91JSqCfIndUlfDxYR5rVSGexfrwff2os4MHzMZEoOY
XJccbgRG5dPYmHZ94OPNlr01CLhV8dTz7/b9FtkYmhG2sKg5knFbt73I76mYp+Sph4Vmn/PJ5CgA
rcd/zpxCwco0oYxubCgf+Mwr0rvQpPfbqSIjZJu6TmNyugR/8VLy2j6X1jLbj7k9dtYp7GHc7c2s
WMZ9ULp5g6vkr2NiCKQuPwbPa7OLo2xZ3oCnAyhljlo1cmU3icKc6ZWmcRN6BHvs+coAIcmgLU74
NVymmV17lzgdHZbw8/no1iVXopOrO55hGD4dniojshEqjC+aDBv8x1OD2ctIFb4h2sCiYLxxyU24
DOjIUCMv40vbKwtIUkP4aTeyvUyoO28XvAwHdnG/ob+8cqXSZFGAn9rOnu84vLE7Od6pwrK1L9PQ
2yFXuCo/RmY5NgE/paiXKF1SzLBGB76D0NKdUTnjAU0zKOLr8n2Gb0zL4Wn7WwfS2LIzj9/iSigC
yYhneStVlo5bNSJKosvvOrlnBE1tOWBSPlcd+tnKy3gWXLTupwLyDdagwgtvy2me9iILFE1XKF3a
kIp4sDqf8e43aNOhNVXq6bpWQXTOJT11echjbgfVn9bI50h37jmBoPM1JdZ8b1ihuB9UNma78Zr2
6+O2OSym+ahBMa4M18y2yDNIUGoLuC6iUCT0tKHaGokWR4JaTLgwNGQ7oYufIjEkcbtx+yg6QVfD
QM7hJ8F/SPvXfcB0GR9T1icfeVaNG7MI1aavnGoNp7WwVmZt8DudM0wM1cx4a+nwTS/Kzo6VFU8X
HBnjxee5W4fCfnWqBTsRm1oBJibwWZz5vQAE7szPOYvWlzS36/vc8t9sGMubEU1xVE5DjNVJN1OU
B/MFbKDJyVAXa19UzU3Qoe3t6j64y0NNQN7MOHtFFk7OdlLlw6Ej0HwXeHn4Neqi3zXDWJ+tsVK3
dmxqcH3gQUoLL4wHUGQl2vTFMmP75Df6q8tFESH1u4aCTOd5ar0NN0Z/G/a+fURe1LBh6ppPP8uz
eGO1An5fV11npNIe6i3bRDuCXEkguoul40sbaUJATIg2OcJ8zBOWj9782fq5vCYmGoK2X2YX0kaD
t9SZ+7exCLgmbPPe4Cvd2Nbi3WmbzRAFRrUcTTbH4WZmZXY7UopslVEN347bqnu81OqCze4oLZ+5
keWN/p6BAlMrt7MZFOFDI2Morxf7PW0X6CkEikZ2PVe3yiGSqfPRAawCxJVgHrXMdyWeyshDqINL
wlzSjzT2AmhVNZyqnr02K9im4VwNNEKuZrpaxAW8xlyclpSZoRV6gjEJkIX12Lgm0/0xISipC4IN
SRf+o43BcjOjqNyxkAxZ6qWx2KWFoGcngJu08bFatotjtjcJPoovf5Y2WdjDjzarEOhTuxzoaRL8
aeCaNnZpmIeqrKdD61GIunnonqyMWRacNXfntGMGfWmJnXts+uN7oxoREu3ezjciNN2HKiFNCods
ES1gJm8Z4ASQ8+P9gNqe/i3bKpMstsacHtCEGE+kUfX3HVsxytes3vL8I48ITblti8x+VZZ77dxi
1yYrjycRDFntP8QZCgAyVItD2A3hvpE63mtQHF9eFm5kYNZHXtlDXqXLO2o6ptoJs0dTet294cRq
k1L209EqmT9qe7TeRlckt8A1B+5mkTLH8cSdmIgsBlSNfqYsJV5OgOMmsTlr5HhgSynw6e2U2OeA
d4hIzvVlaXRxZQvEPP9p+GOPsfrGqvlTyApgUav15yCFf9vWTqtWjUaB6ivN92Gnx7J7WpusxOE0
gD+gBy6Os49dubCGFcvtrdMa+ymuhoML7IhpqXsUYmzXtp81RALP74rYpAghyXNZ5n9cIA8cJhhK
Z7yvbmWeazdsHcoF9IJgA6iJWg9XvCXKfgu2nfrGMIpNNVfNmrnKhNCfdmm1TOkDo/DqNJnFw0Dl
PARlBnVX0U4YmnWkjez2WE9kWq/cmZY5KY05PSmy7rbhMCQndB49HwRnYoin5JyXzLCKYXlczJFU
cg7RaOAhXhejQkplhlGinSfflF8lerGtG1jJhoVgRO1lPfdWvmfULo9lOH80ylJEiRfWj1FzH2X2
mDlrz56fcUdhr2uyEclgqTD+rLIpwKqxlOFrXMYlA0t/BiKfEW68cYZS4W+PaQw0OIZ01bqVgY+G
troeRuMJ7lx/FHqcTwnX86q70gRCpmkM4Sd1p9qAgZJfdGvWxOkpyDHZ4MbUtwHMiQik53kGnLJj
pkgTQtuFSdxG+RcO5lq2ZfOUmQZyJQ7VqCpKd4vdfNw6i5DRbJT+pmH2cpOAEMYXhQOlykhWtpQf
nvqq4xZ0E/cBTvd8XmbdPrsxTWzJpPLN8AyCRI1jPWsT15Qkd48p9trsu49Mu+VFazc8kXKSHQXM
433bGeo5Dhzr1LVmAPakbb8ZHpsnPDHJybKAu8Z2ptErk8uHwsuII84ztg6syVj6JDhIelnumxkR
IZg2asYa3/k02Xk0F1W4FTj9iaPN3f4CKda4DWDYnRIa/6fGaIJLjOI0KixmYSJZME8PuN4fTNF8
kjFRnVXBdbhV81Dv/aYmrNuZiSOd5v4r7NnyE23JfLrxOJ5LcfImWq+bmTH3QzKmbIaXMrkybBj1
Ho2BUeO1ZGQDVA9R3Fr48k1/AgOgrKM/FsYqjfkJqg4BlgSVVeF0hDIDRi1sVt08B8c6x/jMkrv+
mDlppj1vdfjY1TlhxrIpsa/72JHZZBqEXk8WZ0BGEt+MXG1f+nMP0XDibcvcrnvFWxn3zD7ANG8G
XK9qxeTOPE0YiY4JMxWxBpnoAzIR5m8KfGbfd9Rkw5w65nPjeup+dBzjucogzHSVT9JavxChGZQ3
Ey3WvS1dYsJjr34wShDHuMVLsAV+qzvG6GIp1yPLsQ0hWXT2eNpvGO0XkUtjaK4Gxvj1ofAqTnlv
SCzm10lHHKnRAxLxPFhp69ptqj+zXaU6CsUSP6dtn//aeRyyUzG4CwKSHdZ9b/LYqHCQPPJkw4R4
4DL5JJrZxd6KZ5wIoKtBOPQsderBgOw40KjZCndBA0bfOCL5hUuo+sVnnrAg5PSYMOezri/EZqTB
E9GzLgshlHFrLHbBXctATyKgsTrrhVhOpJez9JJjUFXxmo7cs/eiYtBgNiUMximtWXk40wAUKh0a
IHSWo5Mfs5cDe1EfmVaT5kdhV9aXrcb22IcL54NrT2wx7OXchOwAwR5VN/VoxK9iWSBBknTvuuy+
c5dzbMyyc5770609mfnWbwxsxDig6JKd+tsJxkNvNrBkQ3lT+/o94yFnmjhlYp3VKSG4mYvneXJy
GpumKcs1qqvqzkUxlUSI0Dj1qLb3VmwAvxYZkyVtS3CGhJLurKQkjRMHXs3P5Bk+EqQA+rTn/2GM
R+heW+0ww45Rqit1U0i8lF2Rm6yvsCggyfZWpoW6RXZuuE3nrjwImoa1PQV/Qp+kDni0zq5srf5V
ko98COs4UZsCAOeecVTLC4QQgmbXWM3tlFz4faMjQo93yic5oT0lJXGLlRaWazozPF74kIy0x8bP
FsM4heZSPl3p39XGK0eIfkQg3SyOtVyCEPYpy6XEWI6cq+xofbbHVFAMvdiPOiyDViUPXxBNWS8P
WDap0fkzM1Ic0iyQy5ZQbI1EhYYk2Q+ebXcb1yR+MkFYsmX8Z2hSHZ0HAgzzLRYK9kO+gwhrcj8G
2yU83KIKWueCdCY6rB78ZDbuLbspKByCCqSWgv1pa5eFKvwL/61zDbSCPmlhN33sytNoEmK4ouiL
2XnRLyfaHDbGoO5Tm5GmKmZmoJqMw0PGAPb/Krr8H5JLVDoeKQe+HdD7Bv8h/64hvTnkO/9TTr8E
HdnfY+l5oC855BjGUCJwZl27zt6PDzPBeZ8s630Wwb0CH9GHdMF7QkcKntiJrLPraThdQjaSVGNy
gkex9DZB2k3Rp8ZP2eOBJR+2Lse/9cP/K2PfUw2tvvx/i9b7N9/f7qe+/Sx/1H9+qf8PkYDCQtf+
fw7ge2w+swqfHzqJfr7yAP/6//9t+3P+YSPCRfgfIAnCv3d1BP1t+zOs4B+4AsLgavj6y92Hr+Wf
AXyOTTYfrgiCX/5GBfJH//T9Cf8faO5NxpCux8VMJML/xvdnXe0V/y0HxhfgEeDgmmQ9Id73Wc7z
5/8i4B8D3SWka1WEzQ9opqvEGJc9ucP4/XVTMm5IcoVCa5wZNfsDqFvyDIChbdA4xF0E+hUflaTH
1yBNyVGJ4BEkKtKsWrsIpLXvoNbs4oYkdB9GXEgQffDwL79r5H9zUlf/7uDz/l0+zQ9BMIdFE+9b
QkCtvjIX//WHYL2qsrwYfmkOguGebzqgIg7H3txMPeCoFTIC1B3ePC+RZXB9XOH7Oyp85ycORZG8
x1WsbbzCpc3tGixz/pr4CP02itHYdT3NnNAabFt/6tAJkRC1Frsd5jNI9tzG76b1ULja20LKF90j
m8JwRaynzUXpJ2j+Jqp18DuT46rdMlxf4mlpTeCfXgsIv1pKTBphgQk6kl45bLJyAZGQWU17Mehf
EPMJg3xOs5XdwF5VTsTiyVizQmQp+Zx6c1utkzKLux1zq+rXxhttAzkWsoV8kbXvgcg9C8vBzAgv
7Yhy9UYYv9i4C0YOUGAbqAs4UnSUKdAGm6Y2TBHxRc5xlzgiKrhEHkZu7XhlT838bmBVSTaTGrTx
uIC+zrfSHUAnzSxXZ5SvMnvKLK+JEq/IRrzcsH9WddDxe+wMGsGN6qd2+uBvY8tgBDKMT2lYe8Z9
2OKQ2XYxg561STf+ILnm3JshS8p5a/dqzDc4N9g6tSpu3/vrLclsXlUEmM9D941lOvYf06qyy5Xp
us2yp4FH4yjHaXx3qwxcFHUc2DugDOly0bbV5tuAORTBrS2LsBWG7TBbO72VHt1xgGGpK9+/TUy7
tR/IPh6IuZIZP0UvRfPOiDzFUTfG4n6Enl6vQRUCeOyZ/qPbIadrO4M2dpBIDlN726fMCVfxqBzi
tROipyPbRbpClefVIF3QdR990WZIK80ieNMK4+ZmuDK66Ow0y1Dyq+F7OE2O7z5m1HPAuDiNCJzR
f76PWSl/6yYtEka5sHm+a5cNo98T5bFGLnRlKYvK+bTagA8JZ/IYb2PVl8G6D+ZsZkOoJVAX3qmU
PQg2FcpbSEailhqeijAR5yoCk6GT54A21y5zK3G34Cf0jgm2+HjrZDW6e26kive+zYjN0CD6PZ6L
YFi8+IR0nwOkdagnthXJKhfmHKa1af1xMB4Lpw+cQ0DcJ9BJK1iovEpM8luN6xaibjdNlwmLx+yw
87i+in3fsapbSTnwJRoXxeHHVMdcjim+SinZe9kT635EkWn57eQ2c2FuTz3R46G/qYlLa9w0DF8o
Pz2W8Jn3V2h6ODXvgcp7cVeAKoi3fz+uAKpj901bmu9bGmi7138/dN0IdmMbNLQNG6EW5IRpPtq8
HV6R92sE5Z++kwzuxqF746EfEvdNgPz1DkxlAd0kM5nEaLjVPb8TKL5ZOjvvMC/zs1v4/Z1njRSV
Bdu2r8kYHXAbcf0t8wIOvi3kKaUHjgYlXJapODZoE/piA6/k2vRXv4meSLGvBGyYq0j71i+upbQD
HzndyroDUMDKDFQc0yMqPxmbr9OAJNItchGxWZjfpybwb68F4HM4MITlOkjqD2qy8FTMWWavZ1SN
41rnWqx1FZdEN9cFXOYmPLTuCMxQz/O4Yl8mL1cglcbeFNj7hK0xupvZT5+LiSV4SvvBJ5XhMnLM
oe/vAzFqjN58BW/VJT7NV+Mq1KO60hmSFJegOVEXSClULAgjyUGsCRhNbbuhFJ0fcvxg6UaAurh4
lIlnK2j4DGxDP+nrIlnFymWIMwGH6gLsHk2P6y9xu+xhpseY+B0GCDQq3Z6TkV184NKMhEX/nPu9
vAWf/mvKEYGaVdfor1CaSUQyTCgOQ1nHrzSUj3rpoETR3MGpGosNDgP9zsS/IN4liw95iK6pKXS9
a3Ie3aFvbGSiJK8cF4cXGu1iP4K9DkD6N1TZa7wAvLnSgisULXkK2t0t0l9dz8DLkZpC44pDrwIc
o9od3EBYLw25O3dj2IZ5NLZth55Lsa8rHA9VfsqdIK6TDnleQnCw6yBV+k+QFmDvF4ZWxgbDWfxZ
o93aI5QWH7rs0N+ymW2/ssyggI8xmzy2LIx2MOZbgwaRkJcN7TQzrNCRIqoTjyVGUSDfVGWw4yTR
53KEYA6tNTni3mv3BdiNj2siBPxsocttmzZQ+xNT1l9cjQj08rbP9rKW/b6sm25DJ2oVuHMqh9E+
5QvE0lIahLJrPrHV1OfDt1FPzo+XDr+xuXQ3eFUZUlFNPc/sjt4Ry/sfRjCNbAtV89VXIwJnODjx
ujPjgIADf7A2BBu4fKs89E9SNjI8AXBtHxxnjjeBReb8hvFK8zObvfoF/NJeOOHbFu2dcG8xefZ/
LKv3HzX7SXY51pWeGy/+WUNRba5JLsXajkVwj1zE/yy7ub3HfZE9cGCWkcqS5TW3rs7aILU4bZr4
Jijy5Y8yF+tVU3FthVL9PZbrcN0gc1pV5lxv2O4nSO7irOL88MNO3ZYiXZ4W5PG0yzlsuYhuoRn2
OQ1T+F5bDug2UWC/iWRu0SNYGeyuFX7E+SatY+89zxdedoGHY7XYWG6Q4FmiW4eJLn5x5eFTkmOj
XoIOjy4zR+yUmFMWJksihiiVZr3Y4r9G5SF6h8tYjjxEq8qDv7UdM2KnttwG+Wvu9ZC1QH4OJ8et
MA42SBlgMyrUx60/uNgYWpam99e0hX3fl+5PKZP6uDBjnlaubSMIKCwPIWZqga5cL0zSS4IobY1i
euIzCJ6H0CKZnPy8a+pk4ZPcvkqkG7yJln/0ejJdSaagizR0D8o1gVGlBqQxFEH5pnZ4uTZM2JqQ
HWNl/Ahfp+YWqR0rkKSYcXe4hmg3cKr77TjFyYJuachCrruGs9sywJ+tTC1K1lIq1GcY1zrb5HGn
wFy3wjMeIHyRRAJ+z0+igHtTQfkieeijzhzrQ9s+fZwOkQeWs+M0OzejFOIOMFlCV+PQplG3DI2+
IHidsjPbJ4uBfTyL/pi4Opz4JHo7P8NJUm/Z7DT33MhoIRxsVYwMqTrkymB4zzncNc23BoBTEDGI
nXeXT1iut/5kc30UpMntMV6XyU4OoHlRe/vNelgCdBs4pD1jBTmYqtWJpWfdF63DjixjsHxxRx8D
Cii6ZqftPDyVDNODSFDgqY2uRnM/X/sODpPMO80x25J1xhxiT9qyfBAa5+XGaRz3l+Lo1iul1fI7
FK1/tGwF/873FgZYYRPCU+LAN8qtEU808ixqT2CoG2dn6ljn6wKIg3Oqy4nn3zCDq5EDTWGGQyVs
3/0miQNmUmN7m3OHuuh+6nsnTku5MbUZpiyCTYqOacDSCZqMUgy8lTMDAMlnXvaC1g3xLp5hPGVl
+tlVSf/IDp5reVFdftNZ2vtJLBYEKHQBqrlUW/hcPOM2L8rmI7QSvJUyLfj7cas9xp9OgyEg6weJ
JGCuNHZKjAmCfU7mIdhXeBbwfNR6WI1DhlLSJcuVeYi5tO1OMP+xV3pxDcRkEtnhol3DOtL49CRl
YhZ+YdiHtywJq+BtLLtkk7nOVYedZsFLa5sM96A1cun2Xtgc5JDaR+wZAXuLEqUUs9CKf2Zq1+KF
BLuKLJGJ3/9sQ5laY0byz95w7e8SUzvPdp/X7w4Q+V3eh/LDyWyKeaJupm/RW+190LIE5idOY+eg
WfMfKsEQD3W/WQEg0tr8iFWCyHH8qwlIC2sS5znPX2RiBzEWnaVdtsMy1sG+RyJ5zWJzUhw90CHZ
xlnxL1vD7GRCm4IU5wcHyPokD6qKXJbWYOu+KVObKBKw1WZ1rf5why7CXl5Tq1tetDVrJ7I8vTz6
Q+fD1gtL+1SwdPomLKjuGbBMwWUMeMKwIjrWGtSriqAU2miSnUHtO5F0j5Tf130Q071rpMy+ia8N
YVozmeEXn9+Au6kPKiXxofH99IDU8dv1kDaaKAcPvHQjy5YgYdLZmdDK3B6HJ2YN4CBBk9470I1/
Oqd0fvXgGg9lmLGxntLwMQHNE+GoJcfDN0pj7VZXMxFWB//i8fr+xDigrrNm037r2akStcM2xQYE
OBbtroUL/Y710x5wF5gzhGg+smC0PP47VPH5bhAhBte07rfXHYqzCou6g2E3QJKyK2IxB+FUR/Qa
047LclzN9JRQZH34qXbCJgsx28Wk8tjJsHvN8I4/WwZzR9EhSsUxLfbLdb8A+ODOMVrxBhaW5Hdy
l1LcBWqxI4qTbufNoroIw0b4yNOeJzt0TvpAGI9iFmoNzxNa4h2s4fClNe0tJFeob7D+UqIX7fC8
FP53ja1wWeVxavKKhkt5AkIn9z0bN29NZi9ugzATwTGrJ3Hg9vlJxyT59khW2c+pZUcBh2q1CWvD
O5sSSe4Go38GH92VIXI4pmsPnJLFTXnNfWGTwca2wP3qcNeHVz8yvIItI1fvrc5CzG4KgqjdWJS2
ID3Q3gJKaRn4XkCNV1Fqj8PNuBQ/bs/fGpCTHjrPLk6ONMQemfE640JzotYyyp9ANnaUEW5wFxYK
oJqb1J27lUi03F2aV/2tUysW5XGc70gowIdgJEkRQbKkstR+igcS1Q6Gzr5tEkCRCDJYr1FfxwpT
s2R/ezT7GB+Vqj6XpJmOlBf9Pkd0dy5QImGHDZw7UariZShTghIm0py4m7noX0c5kVXpxggmLQFv
Dg17Nm7tgtWs4PmE3Ivwbg/8LPxyWEPgETNx8DU2pqQGrU1/ssYiNlYjIvcw6oUcfgt0c7e+RVXD
ORkiQ0GxlO/gO85f/ugUd6ppGn10PXe4KN/gJYJvwXFvLLL7hsZG2AJGFVRJZW8DOKAnhE5ggRj2
fVIh8yqwEBgjal0ZzJ0wnBs0KDzGCzV5h1xgNU6ZfnSC0kDqbkNISk03BnYMRp0b0cTDw97FiZQm
baeNxbvT4lGq4Ptd45n6rduO0ttOhvFhTqa/Q2dWoQGW0ylFoH2Y6D9WeW+gstaM38dO9gQl5FZ8
aOeU3sCCSL3viAN5nnr/v9g7k+a4kS1L/yKkwR2DA2ZtvQggIjjPFCluYKIGzPPgAH59f1DWqyKp
fJJVL9pq0YvMpyelGAMAd7/3nvOdbYZjgPneuwPveXaFeGq8iqHVMBOaISbSK/CftC9b3llBdd7X
D5h1HzrUetfF7KrulDEAD47K7TF76CqIlzukEOYQjHDsb3DQQ35enAktLKN7GKJFt/dcUx9Bj+br
YY41mFSOA0vYwq294zy4Cc8shgxwVrrXHIztl5FZCB2zdvo66yHvQtw16GYgq0xlgYQzY/SBwFnb
Z/PUNvu+nIwrNsD2dcTCesP0tA26aKKv765aXkpK/xpPRRedopDTpzVF0m05TQelCm8NFbr41zUd
miVg6/VPCQw+zzGh7wSxmyfCLlkoxjU5USSXP+PtI32uckfve6fNpQ8Qo3lOOKhl5AzgYgs9okIj
wGOdxufWWSAMjLIfbpYO61adDC9sx+U9xg98FHlZ3JRLcjryaY+jMfKgI78Zv9va1c7Zmg2reRYr
r9f7tpyNl7Vz2mevHK5Ikir3Nf3bYEYe8JzGlXmHuIpZ0ppLGmhm+tnP++YEARP9QmXcQyuYdxmt
suWEM7O/0MYwOG1TJ9c7Q7tgvEdYl5ST1dEC2/xilClmNrg8lxlXacD5kIWDG8E1TJBindLrIemq
l8vpmNjGXY+u/pQzj8OjYN0JNY5nNP3iAEtTd8AOZl9GNnqvOlXgCuU6VC3M/S0ndfXEwhHAIUXP
7HzxORo52em+7iKY10Z97tfTTG+uqV5UgkSxLZYfzJL1oZVF+glY+bjR19Nw8J3sbAYqeZnHK1hE
hQ2V9KOAIeg3hKTmg9P3PEEgs6rrAr2cref+E7kSCWRlrxo+9bZjnLWVN3z28DiklAZ5LW8yzhHz
S+VA/cakMhK3O0RjNobUQy7tLp3GAgdMiRH4QKuvam/StaSZqgp2njAx2/5BQagkPLWjfNktWyco
slOzPSbWROOytWJOqf5QmwaIesN8xBAB8HJKMKTEyWSfG5XJf0Bh794sti4f2HG76eBWKWepWtex
sxnlaA9MFCNlKBq07OfDUBMXVSccqnaJl+t078yCPDZOJgB/26FjmZltRdHFNfVoPiVlPv1hJvVP
HXMHEBEHSpBSDAHed8zRvkRaWv53Dzoa7rbRRHy92uQ4LnU8YLsdI6LGo265UjmDtd837H8ZOViM
1eWWrixItocu8/61PXfq8TGtX7y6ry5T3xqP8SKycKXpGqaiHU8w2Ix3RpTbxK2Nhnn4/cv/OvLw
FDsWIDoQPZ7t2h8+O1jzxJhdOsmrSUTZvjSJTTlJ/DRdvkaooaeHBimGycrvcwlmAx5hBqGqP3SK
7uZedyP9Gc78iN4XJ53z02g0luJ8rGOUXvBk0f8jE21Byazg/tD+IK66+MNHeA93YuDBuQOgCFMl
3+F/7A8DD/jHgmY26HQpyCQ9Jl1CH9yoKgJmponu3H7IhSg4KuXMdJKKPEsCR8Q2qkFX/8lGr1ce
186Yp1D8nNoY8L2LPxD/PpCQfr5JD7S2w6mHe4z3+f46WxaLrYqAmLpNBwQpsgy3PscgwPti474l
qjD97ucDs5osX/mSf06R/NqnkJNtLN09fAKS2WbVJYAkFmf1//AQbFO8d8MvDxIhREIPDRP4IWKx
3r9DGttJE7U5RtCx8Ke7vx+6XvbAU0RDj2qLpsaj6ab060NVE/h8Gs/9Wlz52GtxcrbLIKiO55zj
Q9FW3C44AblTIhKVl/MybS3U0PDCXe8P0es/qYVvx3a8Ya66w1Mk4YVK8wMwqMmcFRkvCBVpk/x3
YuVL4b0UcdtMe2Phwf5StlzvUJPCmV8iqkejyHKZZFfx4tbJOQrO2DkhBow48k4mEI0ZgfVxqJ3e
XtFVMg1vsm0aRCcgcQI9LPKT40QuTuOucEliQrJHdAPn5jks8f9vnZzWOxpeXQJY4xH4QcWU3ZEZ
T681bZmZBDMImy9Noj19q/vEffBnbCg7axia+g9Ph3yPW3M2kKniAbChZPj86mN47cpgghBDul8Y
Oufkykg9ShsSXFcUZ5yZ6n3l1LZ12XcDBRWZRsRbrPDU8zPHrPi1TdGGY6/t06NfMaIlexYR+gmL
aJ6dm+7i2Qd0yGgSmOzKPmzzkdGNV8b8VTl7BI0itDB9HXodEV9fGrfM11O6LtkzDX5zefj9UvB+
MQVp5Uq6ka693Qwmy9KHWxhQyYI3JcpItUW+zQmaMPR0Lk5Ls2zOMErSDzDBom9obUBeBuGef3iI
fkY1/9etyDvgSwZg5JiIUyCf/RzOvpkgr8nsLFjP6ScDuN8yO4TNIXL16Cn8PdLha1b2KVj95Dk1
6gH0RdJtK6uIIckniJmCgpwEO5Q0ZyN4C/QqD3jcx5cqYxOk+oyiU2Mignbv+L59dMa8aEISeylg
K+K/SFTEnWjsHZtG5fH33678+PUyYbfgZQnhuJYCOCffrxBOAtQ/cgcYN1MLAgrDc4DAnHdPh8C/
pIoc4YYJ9NMRbswvjVnRTlSqy6O9CV3e2msiWcWuNl3/Gn2tFU5Llt3LeR4WZkrCufdHzPHuWLGm
oK0lEovpTdWFpqnFJZpJYuJWQdscI3eWkxVeYXxfWJL2QBa6OyS0hKn9/hOLD8nPkk+MVMGVCsYP
fLCPKLLCqFXhEHI5WNtczWLqQQ1Rg4AJJlQJVeDRepoO3GP1Jf72GTJkTd+VMzllzdBayfwHNNqH
4T5vwvSInxWWZLxPNLn6cFwobRtHv9gQUprt/LQeG+M+y/yKBJ9RRG04W+7yOLUTTkvYJlG61w76
6wsygQkwdMYBM5BmUI3MNnb8H1XiZcM+K033Slm5JQ5jk5c/OqjpOEGbtrwcp6ot7k3tzdRX24CT
hab5LJveeXBG+vW7xQRji0md3zUmp6FZb07YbpZ4SqcwNry8OPSRwS1Sk7+8M6ee8s0h3cvCbVFy
WFxgsIMvYIxNxMNqpekRaVPPHT1VdOsKDuUJP1LbCwghNAzPxATxw4qfE0hZ2lZ8UikcWnAmxcFj
7E8h6UQjQQYeFS1jzqgmNy4r4GNUxDPB5l+ybdRuyPyCSBnx2PsLHWGnpvbZ5Vmn0BOX/mVhNq4I
yKUvsLIMJcdXh4AgpmV8u6jJ4Ni3fz9b/8/ERP8TdULbPvzvdUJ3dfmlep8c+nPn/o/kUP8vBTfY
8rnTud+FYq35Wykkzb+kC2UXlJ0tN10Qi/y/hEIef2S7QOIEQEeBKOg/hUJoiNgEPWarYChZvHzx
3xEKOfa21L1d55EJSrCBDrhoxU7jfjhyeLVBX4X2I+m28dqeKyKv6rBpbIYHLiSz9WYSVM80Gfo1
Lu8aUILFVTEzIZQ7iqtIDzSsoTp8S/K8LU95Un0ac4LIkqCtkfbvafJv0cykyUdh0ZkkcjMRcvwv
tP/SBSxDLNprtVqJuFjMmVRQJM8z6K+R8ip5yAtO4Zd1OdrwgayyQHHt5LQU0b4qcYIINgYLMNW1
UKdSJ/2d2dbLee2N1S2N8x7Z35jbT3VHbwZbbePEhyXW5bWK+tYLx1jN7bJrK1GXr86wEvSLPazS
0QWLPu2FMLHEbMKYsoroqvXMhQiD0q9cWiFLL3dtFDEz91Tv2DQCk+qzTVylewAfM80nFVRcf4fL
tYj2Cy1i4Igj3fVwnVvQDZmx0jGqBNnigWd4BtZowBUAZmKFW4fwPigWBe3Dy9Kay3vmy+uEwLTX
F2ZBrOQOIwW2RD5C+jIM63C3uOQN7Ja0nwXSmQr7XZe5+JE0zjEy6KliyeZiqQWkEU8jIlZTTAV5
ObV+bjK3IdsPNl1KYGOXsqSNBkqCeBzt73jhl095AhAi8hdEAWnPbK6P3VvgTvXF6pbKpvfoxhEp
1yL+VpV2nh2NiN42I5klLOy+/4IsCkNVDemKose+SAZ7fVo8E7QYcTGOiknFo5plmj+1HWrO1JZh
uomfB4hGp03jFZdS+OOtKgnOcCfzwUN8+oQaqXyNrXUJfc5EyNCt4qvpEHgODagq0ZPmmX+tckcA
fVwI0mYSOMJez+bspeg77h6Vwb8LmnJt+Fh69lBXNWMbkJOrHgBZdTmWAGfmElcmXzfkRJLe6qK+
h+WZmPsOi+eR6k2TuZ2jy0L7Yc6XK2WX2DHixu1IN3Xd4kDN0ThQ8nAgBiuhARcQ9rVf24bcLdMe
SFGv8C6fdM7Iyl3gFrmbBxSzTHS9+mkc2lVzrfP10dZFNwUa2ZfDgW/K6Rsqt7rCwylNwtO8cT14
0BAeqjZNv3kydQCUWNn0xIgoaUOUCcsD0SjsCAn9JUJ12nYwTpZ0cAgPRQ32zfeT5LHjwyO3iGZZ
H6OZLkY4a5IHyWkpvLCMuuy2MnwUaHFDQHtbOZnaZ7ONgsnrXehv0TIVn3Fp52Q6ZvU2ojZqcV4O
GdRR1Ifpt4h4pOViQFQjd35qubeks8ePUGpBTdLiio4G6vMvoCl9XJQADj6lQ9W3TGTT5M70cFXt
TaPNrotYRR1mga56LZNNDIztzEARX4DoQjIx6YsYZeRDWmT1XTcqPGK26iVeJbrmgTPZ/ZPBBH24
UPgtT6Yauf9OVJEP/ozjUVBQ/s+hWY6dCaYqn3IQYK557RmoMw7ZkNOwkYumUS1beyZNaTT6b402
9Pca2kdxWpG4Gt9s5w36a8JcoMUMrG+va+Qwge8dWb3EvAdomLg21wuMMwZYj8XoBFAnnEVeXNrz
oRNN48LUM9TjME+lCqTkaLDLpror4beI/FHgPo/CgdyEp9mHPx90UD2+djiMbjxdQNjB0BdjgHds
i6xO9NkQaAUpdvEW0UM7rGge1DBhneE8ZBZMYGXyQ6q5avdQ+epnF3tqfzZ408Bkw5qjC/jas3do
HLGupLBFfbLvl8j0DoO7Mdt7DKQeB0i94M6H7fto4fnz0fEvZX9wxFReJRZGaTy/kzxh2CvtXSzm
7KZtlLWw+BTYJhlcdIENfu0GQGT87MqhTgLTJuv9hBdF8Ae7nHoBDSSgDso8ewgny18gnklEYaHd
RsWX0tRkhMHuMLqw5eG2g4ZTIak+wMzawDUbIJ+bU+3WXWGPopmCGBvOicNWZWemDWS1KYyzBnf5
THXSr18VGJhH4maG7yuB1ZeFknBmesQ5L6CdiWcTtVtHAV84793VGFsJ4onz+x4UMOoRaSN5WX1B
DpgF8vFej+ScHrVjQGbMFkU5kJlllgTE9KWkIPkIrw5W7THDzhO/+sRVw0TASCj65k0bz2GzcMTI
U1lsA8W7fKyBmJyPqYdKopw3N9agvSw5Nn1u3sVYA2lyl1ZXBU1mj6jPlSTXBznV3Yp2ttvNUYZX
emGE9FSYIGUVJJkCXYqcmM14fUey7Fyv13avfTMkoEyz6Qq9fiPjSp+lKmM4OC49PE2BaQgpwkq2
HucFgM/sueq5rWbrs3AHAKBMwrDv0CLofEivvv00Fou4Y4qLK1P2mMU2/IA60aJi5EcLxAK9I5Ef
HRK6V22gfYBkRAVZ5hdT4dzeaPUVgVhV6d5Ui2ITWgk07S+WuGC4ZFX2ApSLtxN0gmI1rGPZfxrt
RN4i0/CMA7uaCTncwvXG1lXTHZhGyb7XTcBME0bee586jylx2WMV7dmRm0Mddwt6El8QSYZOSj2v
3sSosHFtArDAKEIhKz3umrJtYNzRevZ+0A+r9Q4n5GrsrHUcop1jINHiZ0TFnrgS+RniT3rTjGaK
S0s3kucrWcVZiUW7DRgYqyiMoB3f++uQRNzyXJG9zSGiC+Va4YSJlk1rBeNQwY9g0dxhdMpfQSdk
V+1MZ4hITHC97BdcxZDJ/3ArKrtezspcQC4vesTIy+y2NireBfu1iuSGrckksmfUiPmzsCLEUhSz
LdNCWtjwk9eBedhgsIDDAFFPiGK2WiPtLRiOvliPlpIryPjBWEd85zMzu27pGavZa4pDCLKPRxJ1
kjGNH+2lWk/qqlEQQnlo+pDDlPPgpmtNdz7h+ydVMfFvMt9KAbQ2Y2oTMe7G856JD/gFpzMYEWkX
cT0ii0m+jsZcCc4Ykfelz+P4ZZhHQTiWo3rFPl/ASsvx9twVou5wXHvU/6QSLul4EHlmA81up/F2
G5mAO2pL0vVKe3Sni271tkdpgR7asCVk9PJthjljOiF6QU5KCYWDTtzpZbHuXN/KX5DOKMisNeQY
ZxzL7NCUXtEHaYPp9QYfOvirzqz6aoOWJRxzNcHIziUnVrpPFhFv7sUKDm+5tuwcuK6RofR8VXNC
P5oNxfDG+5VBNzKtdKaDdRHHaJ4+cWDOiiMY70pfyGW1/DN7Ner6DtVYrw/pSNPhtNVexLQ9EyL6
6qRdnhycefS8BwtUWXuBf2ax74DxoYYYAHLJP5D9t27VuxoDhdl2YRxqoK3n8qGbFWXScJsM6UrJ
H1/aXZ4yjFfl1zdV1z86Bn59GWScisQCApd4uW068qZlhScav9AAhKix56XilFHM90INrJ0cOTNY
R0I2F25TZ1lA48W/NjvdhpFKu4efb+S/VQL/2/ird2aZ38Zp/Q+shLeG9b8vhHdjEX/p3lfC29/4
j0LYw+GCowMRn+DkQdn7n4Ww/Auxp9jMMiSGOI7Jn/yrELb/okJmlLU1Qblz5JtCWPwlLe4ln04S
sTyKgdD//l/vckP6D///rd2ELMuPdw+JW9ubo+Fp0n/9mKxh65SY2mgCABDH2fVkMc11DIdUTa+r
zaMC9E4EbR4pTsOU5t/zwmPzRz+OoTk1++zJpTYR+wmd/VVno0IFLjRmVchkUkRBJof1WSCZYzvs
sHjvRD7JPvD4bYiss0MuzSDnzj9tiqi9g3LJKdgH+oR8zWtktksS4d2OhqM4rm4LIUgTXMi7CpvL
Elg+/oBWcHEyBJGfALNHF/CBeVk6eXmE1KJR5ikQDLWgofkuBaMRpt6IRlTeJgeSU56msjyYyrmW
VnmdQGMmEXU3a++SQ/lFjseQBnOoCV+N0IU6rbGXLMURg/AENGCECBXqyAn/HSJJqBJ79ODmaesh
q8T+Yg03M0qZV0d+6vwaiYaZyEvm4WGFMaNhKuQBIenN5ks7qKvI0GHlZedN6z+a+Xy7eDSrDFp7
K9T63Yhn1SBTva9gWM/bCYXMqb6miudfJOkqFEaJh/9wZ+ELXm1snijMGs4darSeqa4PC8HJwBCq
+VC2w86aCH701pMZ9zPta+dFtrP/mUjW6YDfEdpv3c+zE9a1zfnR8OIng8nPs2hr3BeJVRjftVxs
WK2INC+nruwpF+bMIGZWYqvCC7nClmLtRsvdAOLa4U7PH9Ou664yyKxIAGLLvliSQh0HdsLzAmPD
TubZeKZzxBsYiZL0bnCH5DFtgK5jWNLa3SEQJ2DUzaCzdUJ3wKWIukhDduH0LvYbCGRWL9Lzgpv5
GLluD2FpKG9Nd1wOtDIQwS4Gzs1uvkeHSmWnzEj/MFOfnEt3ik5QFMdknBrktDkow34siS7PufPn
kyHGwZM7kR8ik59OB5rHJ21fTEGPqejrAmhFgHOpCcCUZX4dM3ffx+D4Y3uDXs7R+KPqUETCSVD0
UUugPL4o8X6ruZ7rwJtrxAip3hxratCTH0Q1BolhdofnBMvBk+zUWJ3ojh7VDrmKf2sVGSyCoUaO
xzsX3beOWM1P8+oXTybmCXw5k+PA7eNkiAzaUy9YR/onjKPOK1ueILqYoPs0ZMJRsf1lEIZbnCKE
9ZotkKSI6PSgEZX/FSomjI8+kWjQ/ZJSqyxVAY2wSPrXPl5HfFz0lNJ9FnUSUF8b++mhcLNkYs/3
9YWdD5nez5iVv/e2IuhTNnN30WsS+Cg2Rz76REYr/mwAL8lFXdjld9xw+quyOjO5EmVao8lB590E
iSZRvTWhFHFFjWY8Jp5dtAfVAVE6US3jGQgT+WCH/BN153O/oBd0OeNsq5PcrbheSBBnFurAzc2r
OcSpg6uiKMcsPc3Nyu1P60Hl3qWoSidgApMjCh67kRVo4z0GqJ4xPCeKgx2MznwxTizkaOKCyjN1
AY8OjKAEbesFcwK0z6u1B4oVgmim40fmNt2/6GcnUGK0Iq89XkF/jD/7hFWhQfclvdXJXQW3o0ca
4VvurprR+1zFgsc65KtqwdBTap5kFrfdmS0a8/Nkk2u7N6VMzX2DhY8wNhfn4zEF1NUdbYup+GHU
LmoyMJ+WewC4KJp9YptNs9fQ++anJOn1NZMeW+wpVxcCrBXjbGSLHdA172cvVGiUz+fY0P2vYsWo
xHtpMP9jKOC0NNOkoLtZiBVPGgbPOuBky4kK+oY3nDZjNHAqLaosOdQzdQNjcH8F5kb5QeNpO5K1
bTGJU2lWq4nsexv9wt4hScPxHKM8s34e54yfR7syHitAP85YHeOx98YbgkesqwVKoRksTTfE+6JF
U3Tiam0CREJWb9A1HDLKQBE1ci8nKxKc0ese6WZqFnJPlIMWuO9dp7mYhyH9vrZuB2YV+dJyDQev
dC/UJAUxzUiHT7HdzSYKtVI5qLYQU+wtDILOwalmH09Bl+vhFHYAgM2umC6iVk/g5f1iPENaSanC
FpCRMhs3kzgsU19Uu3UepvMGX3cWRGydNKNMdKjB0JWtc2r45lgEZDNS35XuvM2JjNx+6SryOoDo
TkiCTHPpfGKf5zKk2+Wej3ODmUQbHKJ17xRowaMkYko0EoaIqnfM6b9OSE93saRZs7NGo8X5xtra
Bz77Dr9T0gdEF6eG+WDhI1XE43ZeE9orpKRd71v9y0adgITWkI+ELzRDJ+tlUa7Cys6EvY/sZYUa
5BLdxvwqqWE9RC6CAlW3apNqrPW3sm+n19GanTRoR7AdrNaRc5H6Y/O9hz0P3ZqIpwWV6ASY1o7b
sBfyvvX54aKkagmhwpr3uWPhhkgKsJkoHBwr7KwCWkms9ZNtlzH1zDCHq+izOuwzLV+JrEICH0NP
0GGjRXo25XF/Xkx9DzKpiqqCWRXq1aNnO+D+ZAlEaIrr+LOjPsVOngQJ5dC3coZMeOVN9vzI9gQg
U8ZFgtjYjf2v9AGJJXfXYbkGkELbKBm1JHMEER+mN0WjEQV3HO34gt17mhfWV6smcTmQ2kEdVJm6
+epVNB3Ah6BlPpYR3rWdhnBl7BSpb6dJiz4jKOdyeF5Mg5I3XbTr7/xBuF/rxrN+YKC0vtkqVsCv
29l6kdoChzrYik4MFM3JhpNChYlmGUlhWKA1+BHrRts4BSZJ6ozj0JVpV+yDuwZwFmQpB+EHwSbQ
kOrentH4r3n/de6rEZq6Hrl8Q+tOww6mLheJwSu7EVByaCQ4WfBjAZgbVFHcWV2LPrgrAKrs6tav
8W6pFXQ7tJmO/vGS5RhtSk3Gel9hsIDpL+yziZYtAvKKJkjQIiU7LI2CIc8Gbcyhtur2FiIEBP8Y
Bu0Lz6z/jaQmTdgnzkwaDYvX6SBDyMYhxNUTRahM5jtcD9XtkFrii/Idymx/rdi31rVjkj2boK32
hC60Z3XRcfYgyYy0jRpSFj10sCHcw+XEHJMI7NWGzUlvAR3hKl+91MtfB/6NCSxSDEyLkuSMHUmW
QIP+f1n1N1hgG47/+7LqtPtefKm+vSURbH/h76rKcP5CHaEIIEbp6qLAs6mQ/kUiMLdRIc55ooYp
kiz/v+oqEogtlKLMDwkW5a++GTA64i+URxa/a21V1fZHH+qo39VVH0Q7NiQCJFgEWxJp7CJw26qu
NzU5m3cPvKdDSiTlZ1c468Fv6s2WWhpHh0l2+Oab+acewAft18/X4507oBnQCbnbtPXt6+XSI5M1
4fXIDsL+bUQ0AhsZy8MEIJaG9TQc/YiHkwivLkwS13nOHO7lbLDr06aviOnQ893M/P8sLUYRGqOE
4wwlJtv9/o1yVd60RCh/ETCZgkuGjo6WiPNB/uD7NfS2rGiCVHUv8NKSM1S2Puta2579/pV+vQJI
CdmITS60r6yfsqq3V2Ds6ej0DVMWlGUbId49ygwa7oRD4EUBo/3DJ/v1CmzaLG4cwd2FhOrDFU/R
B5echTtQz1piFaYPj5khDawkXy5HXZHbYBneH677P3xIF628Q/9IoFqyNsHPmw9ZZAU+BjulR20p
IyCCraFQYsPvyJpC7WL8+P13Kt9PzbfLx731U6jH2dCn3fT+9XBkxrgh8jawCaulPkjz6TERTAMR
BVX9c0ZTI9lxAxn3FtYN8H1r595TbznflInneacx8U0MDjsBnQ4tntonxkhWPZ9hnUES2O4DbDrr
a6Ir86VNHVg4jVy9+6ysRXvy+w/zT98dN4iluB8h4Znbrfrmu+tSWgdO0rTBPIEpq7oOmGI/rxfM
MtDUjSg2f/96v976GA62LGVuEGVa4sMj6mTge01GHAFMiPbcqCOG90XGXLXt2z/InrbL8F+Nx+0y
ebQDLYRsrsk/1ofL5Iti9gjXQpeDXHeHojU78TzAar//QB/EVbwMS6xgzbSZ6pPNusW5v/0GHccz
tkCCBhaxP++zBkKayCLvFQOi2Od1ujEeoxmcr7PunaIejiNJXbtBRu7V79/JL88elBRuLZuHz/bo
Z334amPldsbolA06gAjx4sQNirrMOWdi34R9OlsMwHxx+vsX3R7od1/yhmaRktYZehQ0XR8UJEp3
U5t2Rh1UBZZli6cfk6AhgW7EOWAol8xWQmjCIm3S/4svXqJRJNRZgeBBUfb+ixdLaTlGyudNbEuB
2AKWlmVM1xFqyQvsUiLQvpRXkCnlOdSMOfQyhc8jkvMf1p9/+uK5x2hR8qULJsgf3sgYEYkCDps8
ECiMRlpflBnHoKTvE+IKfAMCvdf94bn99Xu3cTtsnW7HpGnpWe9fE8CBycC0hyrqFA2getkG60Cm
W5WRQBtR5wVebeFsnuI/hZL/ww2PkGjbzR2uPY3ZDzf8EAES0IkLIMWFROGXHfYHgsbILYnTT/PA
jIWoKuQ0ZHrvU5eANtiTZThisjz+/t77ZS3xeCP+dlzZRFG+/eGNzBk+nq70iJn2iTLtKj0z5G/7
INPwAH7/Ur+sJbyUhT6KV6Fb/bNJ/fYhL3Q7ycFRdYDbLD9pOdHvHctc/rA4/voq3EU8TrbwEaay
Y7+/qAvWBXucdRW0ptkdZVqmd7MB0vf3n+XXrw2Rj2Ctwi7B0fDjqWwQiF7itWc2TGERTDhRjijK
UQhNlfzDB/r1yWBPcXzLVraERfOxrR5l2GpGiJPMuRNzxF5pG4ch9dx9mRHV4K+03H+avf8gpf/1
4WBD81HhMHliLfS2Te/Nppa2wDcrSZAnbsL8QDKVdT4XERlxQi8X/YBwpoTftnOHP62G6Jb40e/W
ww24xXGb04+p1N+DhjcvveIJtlqyRUB3q/4MVzwJc14rxxu6Lg2uIoECvR5NulV0teJT3KHW8+TW
/nndxpT1UPWs7MpevMnZQW+p0h2404YwQUgTZ0YWuwueUVrDu9avlu8WzZLndoQ1dxoDArlMeqap
uzknZpEgtC4/y7GrWvtuEUgKOgmUJHFAtdA9hPAaxExjLqucicReVYM8a6wuvs0iUgwoUN20Cmwv
8WBg4Edh2SRc5g4zHjk6/WR+aT2sUbsG+wlCUoIY5h26OP9uwKQm9xaex3UvKfLRZwGB9nazPbSf
/LQiSLZu8pg8qJo2e8t+Qje7o+je8Fetc2IjBP4apbPziRN7U+84SrXPRbP2N/nYI9FpVarod5o2
udZ0QzfGrXnSc86gizKXxee6Jq1r56Vm+wrEzHu0OwDsdBQhc2qwE3hDVUSXdB4ZgIYoQ8yv2mpx
fCKXK25amWx5wUs/M9LH7W4EuprpnpagMUgUpkeyJdHh5AomLEgIJeC86j2BXqLdi4ZpP7h/nVyq
SsnHjpY/hux0YvZd+wW5NVhr4aNDk+nLYCkcpisSn+1unXK8vBjKvPRknBpD4fDPU5hrGW1oqmw1
PmrJQCTA9bCpLobU/txrNFHEPG4myKVvJme/9FP3Qt4U3Sy6gD3ly+xn+2QCOX2giUaDO5WC3WhN
2uaqodnCNyHppgWs5BrqZrWSS9dj3NAInXpkgr6ncBvLxnISZAAkywQtp9VP9JCmmH00y4gcaXyE
8nQvLH5tm9WT3zSrDju/Mz5DqEXOwQ2uPUQZ46oDnzDmC0RLI+INxHhPHf0XnzG6347Ma0yNfAwj
/a7zs/mLahxFlko1tBhK+wVvij80xAiP3hoTAGG369WCk8vdmwNu1DAb5+KYjC4NvTYa6ymYmAyM
obvE0Ym7rAvpzhnNYwBELS07O+3FDUEKcbrPJ0SapPPQxN+PSaovcdXnP6a1aePAQib5VLiOvnFX
cyw5HjNIINkpj4mfqmBULNzX+oCIpCx3ztAW100prUdTc5TfL55sTpMSVRciDQju5aT96eC7s85C
PSj3FQfy+pA3NmOtuBvJRl/AmX1T04izMRb98Dn3MHKHSTHj3bc6dBCBmzqpSzwTYQA79Bvz6Yhi
F03NQtd1nzJTorVJe5DOlsdRCwuOs4brQoDXkicpCZCMu4Y9nqjFD1e1dvXeyS13DFAtG+cJduQq
ZC4Rl+FcmQi9yiR1yAeZ4FuxZiDAwLWMNmgC39SHhk1fMxjwA7fBGJvGEJboamLmBoaGr29AJd/1
Q7O8ZlAdyKs1CGwYDA+XyDD2etilPWqtnQs/61kaU46DLS+6KqxqqckXa1s7SKfW/wamizcbJanx
gLZuuS03iPxxalyQR7qBjWya0d32PNtHd6lagBn9NH027MZ/6om1YMxKcCsY14VWV6BY18iPbEr/
u+8BUqM4NPU5ni4nZmq4IEtLQCZy1+mN5dvDyLpPh3Gadiii8ZRbi+wv8IogbTVwpIJHdjv3tgeI
4gQusM4+IGG9fmSim5ckSpvON0TFw8tALVwf9dQ7w2nEIx2K2MR7NdA8z2gREg6CT64e7zCXYriK
h2oeD/TsKrkjTgTBl9azORH70EbXuZ0yzZqAGgmcz9hcdy6aSUahic6OCIasIZyL2HqSuvMeGhR6
w9FZ5Pjir6otTq1Bt/keDpn9vCS1dHdJXjodEWBirXC9ju3lsKAD3lVrn39PVOJf8iQ2Lwwr6q9u
JnsdYneAYQucAxwWctXpHMyfgbHKVcm16bVFvsdJwhCHJdn5BtDk/7B3Hs11I1kW/i+9HnTAJJDA
YjbAs/RWpLhBiDLw3uevnw/qjhjxkSFGz3qiF9VRpSo8AIk0957znTYNEjIzXoasjXEko1W6TvGS
DBi4ogUHvWbol8bg5pj9Ob5nu9GxCRuXi0CRy+ucyjvs57axCYVDIzwrxEKjt4+IeQuppUM/wJs+
24V8XPnqLyqW8OxizSDTbs6nQScd0EUBBd7By/y+SKdnzn4kozVS2ZDB2hisEQKk6hCOCZLkhDTh
PODvdlB/vHa+wGyM3s+oQ/v76HrpGrLAxwDUyglRKdOwcwPsJJzMC7KE5NEtoDewiGmwu2Z90Y7N
WC2zPzWzcnycsdYajqbR9QpTVV6kztTpW8pjAAEaGRNCPkqSCJB1lxppF6LKrptsDrHptziUid4K
w8eFuksXINMEeOfaVv7EotUz8052va0pgQB9qEP1SncPhSYjdLnHAdzwNMiiiDB7jHW0U05FSnFT
6YIIuz4nHRaUP4qsscgaK8j6wmk2C5jfIy1aBxR+kclXV4aZxRow1Zkfiolp3YhbpXzerXlROfGq
bc3XW6Am0n5pRIMiM8llRtpWHNLi9LSFjzIae1Icuko9W46q+Z5ETlNCwM37BZ2voDUa15lG/UQx
nQ5aXn7FJAeWLcsr0oa9KI4v1CTrF9B2TbFREYolgbAOoFhipRfsrVCumeFofJeN1H86GrYsaPcK
lAqx5b+i0a0k7DGTEJ18RbzBRuRdCMuq7c1UZOEFUffWD0tN5LyXqnohj5FGcAxqji6A1d7kmWZe
gidLW5a6/Kt0tPnGTbSYMgYGB4DRs95vmWAwuaUtCwvR7rtMRtUxqcADerJK13jXkpYBgIrhZ0XG
zlfbjsWDVonp3JT07qiRdi2xLHLovk4dreqgiYsB8TUymEvEsaI7pMqenib0qxjGpKVjVZMIYo3U
HZ5GNknf5sHrDNolKnsgMM9kXgVSmASTni90p/KezqSNZZHeJ9UKrym7nYnMmWdYZnniR5g7FqwX
CR+WntG6a2tQSwHeLKKA3PXPrPbp5Vc4FAWbIkDNRoCDjjRXAN/GvYJubG2aYlFPDcArmk94CK9S
2h4AALOZk+rAEIKK0M9eiy13Iu4RFa58aKaamdmcO8cmTyMmKjroSK9Ecg0ZYwa5qMJvg2m1P7qp
yx4cFEE1Yq7BBL2TVt0j7WIKO2HX2s8MWvkQ11N9xjoXIbkoJKGiaEWKcsN2kCQ8oSeOBGeAoXMj
QTIbvm42fbyDmFqH2xQVDfR0QHrxGdTO6gjlEjOclmpwwczcNJ+1RbIgOoQBWXCJVCZZUcz4wox1
C5SunZmvFAhqRPx6m5BP5xXpa+POpHwjF7TYQzk2zfwEmPi5wDaQb2kNeXf60DjeQXTIXn1Tt7v7
PuRfDBDmT4+Gskmn0rEY+p1Ii68LQZd3nHi8H3WB79SQ/aI2Y5roM0C5JGP7VUsFTYOu8dcQN4rw
WQjyxkevYkaHxJvKW/KN9WST4yNLWKli67qJO5hIoRumGAqmiPndHaPpMUGnXgF1X9in9emA781k
I9CAqve0mzaN2KI5jVkexypiSrI0LYPOiabcpxFY3y5GSIwcorvxrG6B+SLCgdzmsyNIvP0s03Wb
BhUU0bklXA85UK1uUi2k15R0sv6hk2DI0cMwwyQIMfOQWh7RKnfhEh6cKu/2xJOaW8FKkgWjsTgE
rg2YBZ1hGG/mJWZ3Ho4dUgNceCJDUdwt1xrdsDFYCM/UboVtWOg4FAIXVhJl/EStRV8FDaj0a9d0
MA5EDVXzmWCL0k/ElHUbe6pigt2yad52gl711slzWg1yaIavbSsBjOmjzjMNmUx/on+SG0K7DMKr
cMITqCKLRNtWhZE4eFmGWG6iMqRHYWc4BAPytPA+gkmpyDHB90S0asbRGHl/kQXlKvUJ8jaWl2nT
ZdZO0oxnHmBH6LdSnxf0/S24jlCtJTgNLyO8qXB1bSUkmQXYjWhg5Ph5xGZ1f1wivCfeGYwZy2jW
IeK1WO/ZlfOnUZYBk6WCZo0/nUhYKcce2yjZDZM3R8SAag9zNbX5Jm6tldcxgsemaT3OD6lbkKlO
boPlo3XIjqhWlswfOSgfm3JkwIVQle6GcZ7OPHoiT6OhEwE/8GnSjOyhB4cmGecmZa1mpxr2gzQP
anPX2Q2i5yJmqd7Wmphv1zbjGuqTyYfFcTB/zBXtVopdA/G8Bq0UuDAFc06gsS+oAsiI8x2qDGY2
BZ3vJqqU/bM3erb1TRgDXbeK4hfOlu57FkfufIUsvgYtnA6r2oUu6p7b7NsAnGFd3A5dYT0PKIdk
AEcP8wj+vL4MEggqbKh00rY2UUX+zjZmzY03JcoiJKZdrZ66vhXzOfJqelGQCIgtzEs7D1BFMBPn
UmsOCvw7yzvD3ln9LCLcdux5ETkliPNQz5totGaFGE+bl/YLPABv3PDyjeu8XVEu9og2JR+6FLm3
3tlnaKMdEeBwjrnx0othqUWVQV68M7GrdJmQoa5V5UOGGxpNYz9n34ELeJczWvEL7Puo6MCOOiqg
rIm1R7bz7RSF2k+MwikCes0OSQwcswmVRDGahEuwc73EI8j4n0LEWVv2SetBJUOnhBC+dvdmI7uv
nizJ99UX0tFg1s6YjxZr2bsLgdibztWSaKNqg5KCZ9nRK4J3nRdWEXTrsDuygrlx8x4utzGR/xkq
HigkLZLs0gazMmKrktAexA3WjhUR3wKFQy3dwahxDzEekYoNs8i+Kb5ie7NoQ0EoesTTjuMxuTJJ
2PuVtov42SVme+5COxsPbN44wc2TB/NGSfvRJH1pVXUUWNrruEyvSWJRXsCLQ+VdNmV8bHtgj+jz
iCxfkyIRcSAnib4SGC0oP5tIYDdj1+pn1CZs1yfFWLXooAq2jkBnl2PVzBn+mM7R7R25t5gKqqRD
3s3KmkPBQRkIo1PRb0cF1mrns0h67iqKU+aeZOScjEorUWzh6u89YIhmY1fRdJVZmXpB4tNfdMmi
vTSkBr2gB6D2hz0AqGm8eKV1FjWNxa6AlZPA6gmozRlixCXacWKsgSTi91+//wWraF9FeYAMKnKv
hFHq99DY5LIdwfpRZkDzhXLPFWvCwXpMrqw4vCPyBYIz8AqcTFlrpI826Knnjo94PhZ9I34uyaTu
GuGaEYIpERMAi9UQ2F1q2L1f2SHBkFHDCcTPKcucZ0zC/O2swm2k24W3T4Qwqo21Erw5TQyAy2gX
5oxNsYzZcbJGF/RhlvDE8T0dkZo5RiBE3LAlLQfrVRLb06LbF12JUFauXBDoJmddtlrzSzR2pARV
5F5TXoAAtil7jLsYiyi5+V2a0tDJSR0MhtQZEPijIbyi+YUyET3fYu+bXnVfQtm119DAKU7rWY2l
YyENBuREQ4UGDadJYCVAetKO2eyBfZj14bZQkRZvIFhkz3R8OJkmU+9Zx5aPmTUGijflD3zuzVkM
IJIymmg5X2JKx7PB7rBA7MM/dfvrKa3s18SgTQMledFYDMshfTLjnnxD2rOtJBckzCc/ihYEVC3B
QNneoND3i66ZC38v5tTJZ128ssTNF51ROPFmLUni7NMnGwVqk4b2ho6XDUfSdsqN6KsVVdwapJUm
jghvmhaSL8UJ023OqJ+k5xwosC1pAwfKoOlgGl9oiZogUeM5y4nVrLs+ABKasL2fAcFm9zP3Vu6m
ASqfMZKe1ZKxyOHIcgdSq60xnrZQBsdX1t+h33nSjC9RPkf2sahSWR7TCkecTxMB2HMcrYMyxXl8
nZPa/vxfNow3HdcKL5cq4k2NefMOVGx/9V9liJHIKUgCEzlSa+CisTy0pIMXu7/X498VySXFYsui
q2xjxzadtV7/R8nYadouhIyJOCjTBMWCobzQNBBb0L2yKwwp4T2Q1s8QH++7OFwVtgKID8dwLF2e
1MjRqWFIHZKG1DBEReiGyFaa0rzdt6JJsVvm4dEAYL/LKQVvknI2IQDaIecXLM9/v/93/Qh+CS1L
nT6WoFfgnLSyiAbuKtA1daDmATZ0Mxj7JXHne0fv1Sct0ncNlvVS8JU88unpQp92jMyhhRMnmOdQ
9bnnqMIqDEdD/UlP9MOreEhfLLnKLqz1hf/xQjs77oxGstO3IJVtc2y992WVtZ9IO95fhY0oYAEa
HLw9pqW3V6F2SBV27bwOSNd2JWhqdC80Hcz/+PXQ+1qfmIWzAa7SSZu1JFremuK+Cmb+0AEMbHtW
RTgjiKRJPrnUB18CWxYLEwhxDoJbe3tLSxZS9WjWvrVOypRS3RRoUZ6eG+SMHGPVe9tBkqT59+H3
UccGsIZu0ESm5yZO7g+Nd1wbLAZUuDnEDSMb9CltnH1rl69NaCybjhZrgM4z/6Q59tEnyENFTGKZ
rP3oFN7erq6Fa1mRkClrXBWEUT4Rwu24NYGQtW5daMQkXBpOSlBa3ZK9TVNGD0jDJNoJH8QnT8H4
6DGQAm7wBdrSNU/9UzZZ2RVnjCbQZVbfZd2cb8yRmto0q5/DOI0XBWyAoFNwUpTWj8dRtPnBE5Cc
s3g9wI1Jvauj2oSpJZsbNDjmMYzgDlSoPj+ZMN+NfKA9v78raa6uslM6kZEjDnX7oQok1J2HHJDu
BnNDdvj7uPjoKi6NS5QFtqfTSnz7dhCId7VTw74ShelelpV8xt5R3/4fLgJck7tAqGXKk7lvHPim
0DpzgLEygQu2yW9GVbmfjbR1JL3pSvLEXLRKjotlilCdk3tBctyOBVpfGqKDuLJWM8/I5HLBFhsX
I50A3/Bafed0Ir4ddBNkUTdkDQd+shzjNC0PhW0m5243a4+YeNxvf38Ip1Q5JDQO8hsbCIm0hG7K
dWz+MWGaIyFtIWch3Jr2rzWS4OtQN3fOpKpzUt7Ts7xbqkCRRIFbeJLDpeuKcmvIYbpyoiX2KzFT
NTXS6envv+vdJ/H7ZyGzQB2FyOcUyNYCchKU2qugqI1iF1UJRa2R5EyvcDKsouPPKCdm21i8H3+/
7gdvS6xDYtVoriywk3mBA4gLIIxBkWG3p0jmsncMKblOevGZFsBY9TknI4NrrVJPWxfQ1U62ARR3
R0018JCbrKCfWuf6psgXa1vkNI77hRS7MUq8K7CO8spezc6ghrVPvmdzHeWnPwIpj4dPlBWT3dDb
9597YNPZnJbBKEyCBU2iS3LkPb7UO9IVee1HY5m9M0o687da680Xy5t/QR8xkPlQMWpMLb7G4guA
uWnkDZpTBUa/aJz7mGhDoBWtZtDvqWeTuLvUpoSR6C7FK/0zAeoHAwZamrkyHMnesk5fHLXURa9B
yQSNIYafdpS4dyFb563d2+WdkqH2ZNBfuZwtzjZ/HzLrazp5gpgo183Aim2zTjU5uFr6WqeYEhRc
+RVzib7XEb7eIdbR75rF++zT+GByxI7pIB4hfov162RCKWm2mlj5iiBHQHiHlm24XkphfXJXH3wI
kudpsSOAmWOczgvoOJIUAkwRlLzYeygADTNWlFy7WW184lI2PhiDUqK9WdUqDkLqkzE497g97aFF
rk9cFKmNBeiaehnOjVGjfdXDGusn3aCgr/OtJGa9b6fii5GEF+xSwnNzbD6ZfN4/YWkw5bAx+L3p
OsWB1nkTZQPOzEBoRroXHWKuGnnHJ5/e+3GDMgexCvtHpgFEQW+/PM+EwGzxDQVRPidPJVFdm5GM
lEOJTPeqIqfI//s4ff9GuZ6NkArJKcJz80QuKLQMd7DJ9YRZElYt6EFQhQ93MTS6/3jwcCnpIQTn
LwzVk1tLKIfmzUzgtRyG9mivKiSVufPRTtz0k0t98K5WIRpy+lUKiSTu5ClmdLNkzogZc1K27cIR
+3jEQvH3Z/fhuyKKnGGKlIq259uruEaMKXbihkKai7wmuz0vqQUFPZmmfuhk4ycboA/f1R/XO1mG
AGTpJP413BV43PvGcSHtGGSHx3PxmVT3o0thvl4XWgsTv3MynbReF04aBJaAudr1BdTAoOvz9hy+
j/jkcPbRpVjooCAisqMwuz7lP/YakTnVszHSzErrXhzHHou0NRfGVaX32ubvL+w39fjtrIwGnhOF
awNZ44R7chAs7JKu8RqmWxqm8do4FWpYkbo3NUzEdFdVLaQf3FWPmalocXftslu3+zdO3GAaX0lC
ftmE7qZHYE5fpK8xhCEa/+STfD941x/JoDIQruEXWyfGPx6I3rNvrMFVoGPIIKUZYbiLKC9/MtG8
f+yuyUbaMT2QvEzqJ9JGCvYItEcJahMNxj4Oi/zYNI4Cq2w3n1zq3SnSxe1ist9lHV6PrCeDqUoG
J8d+kNObVWW2oZ0iv8wurcfF6OfS13NJZODoLp/tYt9/n6D8KHGZNn9FV3lyXThpahFspgnbnpwQ
8FVEJLs0+sNohOc8+OqOl9+dMdTVlTmK8XzJZLXHhBpta4kwPCDEIHkkDuhGp7HyYDTQy/8+IN+/
BATPjsOvpDZBtfnkF0ZeP9fYLBE6mNBEND2qLgedCkIcaZ/J4t8/DI+DGWMKrT8vQZ68byBYOof5
hCwfcFAvppm5/kjTet60/VLdkI2wfPKxvR/GHmcIhrLBBEmY6snKktZ0aIBKpfRqRPfoTtZy57bK
aT+ZhNff/faTZmNnGcwgkkFmnHpNaju0K5fEo8Ci1HqmZpIRrYGKJ7oyF1JCX9NBHAEiH8GzOQSu
0B7/+zv84D6pxrBTxqytcwBe//kfn2vWKcMzC4p1bKO9rVcN6TaL5+j+71f5YKSwk5R0IdhNur8d
Yn9ehTmyRY/Qk74TWuNdv4y3+B8KaMcsNX+/0kf342E+MfDtsEifUuuXBj7cpI1IPXSPGMu6GF+l
7tUPf7+K8dENedgUUOlT5THlyfBQFXF9Rj6kway1wxYiB52TrHdxwi9hStSGF22dLl82wuxpNOXL
sJ2d6Xtvd+6+Rt20oz2OVDBd+mCFv/8fBhXDaj2AuWI9PLx9pwhZyK6fSCbRkri77lBMBWVGR0N1
M601vmaO4k5Y7uoViTVgiPjk+u/eAc+FUcOsjK+JN3EyLzA5tuEAB2gN4cweY83LLiWchk+u8v6Y
z9aa/RFViNWvwYbz7W1m2Kw7FmTYbqgYFuTXcbyHIopGr8yp6jtZ5h681EUkYyBP2xax+iaMmEAq
lHhbLRn6Lekn8hHEgLH5PTz+H9rzD5hif3wpm2/9t39nWq853f/9j5vq1F36+1/4N7RH/BMiD+xo
vktJXX6tCf7LXWrwTzCLgd/hY8JctZ5O/g3tscU/Xf4km4m1sElhgRmUbnMf//c/hPfP1d7A+MYz
5641jP/EXHpSuqBQvMrrTaDMv+HWjKm3w0mXymj1aNQDTdVKbS0k4f0uNdBVrNBJKRF7d1QH6szx
blQTO1sry6x5bw7UV/41ft4Ahd4AhLjU/64Kv38KnUb2rmwshU2T7u1PGUUzNR1zTzDk7YLXX5Kj
0rZ3ixuZn0yXb+ex91c62VLSR9XqMiITAo5JBxIEm3dqxvEd0Ofxk+/17VL3r0sZTJn0ZpDgvOtL
sXVZsq4gNSPyHG+vRqrxsyEI/EYmvS1jQjLnEZ31akA911wiOv8YiIw7yNVvMsA/utM/L3/yTJVA
zYCRhdAOGSfXFgbZDRSM8U5aCIn/fqm3m5V/3+nqEzQAw2MiPRlJiIQ4+FaMJE/L3ItKWhURtS6a
P9AOHmkQsovbz4peb3ep/7om1X8ssrD+dfPUo2KjHhN2zO2lGfO9T1rHtDU1DfFb1WlXnJMxssWJ
+uRM97sQdDpSKU6xQ2K65xNaX/of24clapBMrRG8Bf6YJ9cYhgvkvyrddiOb1h360NAKWgk0fGPD
bNwQvZrrx3Zp3fFlURQgDza+EYOEFadtNmgzYN3aVemWm4Leun5ZtxnKaw2R8XgjsTh/1q35aFR4
bPFcZGH4fdfZ7c/fn2dlNbL/h4IpMtaQipbRgY0QXBriQ6tPhqD7+3GcPC60A79XxtXoa50MQvJz
CI+joxhUGiRSv+O04TGvJMlt5YKdZ+9H2ghCr1zLQYeZ8kLajTn6fW0D2EK5iNowwuQ6EVHeEXNr
xD2ZQOjn5WaSvWz8AVsIBwRLWuWmaXuBilf188MStwb52+5YPY6znItHxEuAJYhxLRJOhn3pAlMR
43gIw7r5BVPHQYxluOUN4a0ZHBuDBCZALUm60BkBYOtjqXDNA8bQtsK+0Yw17eykTG7aCkHjoW7c
iS1Hixc40ErUImVF4QQtK7WcSwLO2I/IPtLuW/i1r0OBX3gXWqWyN10WYkqwMJHAW6mTFK6Ehl43
0ksoP82q5MGq4N4hwRz3QJxow/fYUBqQSg3oD0eLWdhNE2oLlhwje+71xrsZrCLsySQR9aPNPk5e
Iturbu2ssYv9Ug0IeYtcyUe22uRD2UluXsu2a77ymJDyA24Zfqze42U3iChBOqagUONniuyfEyGo
ObKnkYCUMc+77w7646ekGJxny3CgfFQQsc9qhPvfOzNFcggw0npGoKeugJ1HP43FnG7h8MrfQKXs
haSyyt20pVIuZOylv+2z2Yw3OI7tL5ihqJ2NpHTcpy3hn0GtKv1eaVCTtm5YjfeUMF1KwiMPKh/B
Cvu4GXuBYzZXBxJn8U+a0JkA2OhQU0EYduiny1bi+NCInYV0M47yu1MCct2rTEt+QSwzkk1Kge1C
hE3R+1hZkIipRZfjNRmO5hnCran2Qfzmd6yUdDMdMzER5JAdK9QXcnD1cY+uWThncQlj9yxxR5P2
gyowJOxpL6WPJZgrpG+RIH6hTFEj+VUl28eO3pYFTY4g1AOmQ2EfxYCsHJlihw4TE1nb+2GSArpG
RtPEHlnvApXV1VSicfGF0cGGES0G7i3wn/k20klsgeAQr4oVJjLis0PLmTfFXOXf4QigvFQtudJ+
G+vpgDh+7F/qKRmaHfmXSg/6UdrLYcECwqciJA6ftJf9o8UCRgi4tUDhUz0WIQSBCHi3bHC6b3lD
r/KiEbbwESmj8x9VSgEBE5p2RVpYaB/MuJlKv3UiZ7rMVN06m9KszWkvCHCbd25R9w6ClJCh0Lso
MEkkpPpUntuTbaePEIA4DPbaOMDpcrDt7JdsdpfLUC6TdmnCKVieZooa47asG+ohddnP809Qy+l8
jKaY//lSTrh1FkDN+avJRyYCj930VSXKYvjSOWE8XpuoSPFitBPMS3Zk1Tny2LgjEzsa9Nu60awn
m0hI9LnOUrV7Tv8a+takLOOAfKZKIvJtIRJjcG/7K4aAB0ttqZ2jWLT16KMhiQqwAnoKEDPewmDw
VHIHc4ZGMQJScU+NKxa+OSUWWOPa0y9hHBLIFWd6gxkYe2C6MnC04eBEuY1eDNmNIoYIQYnxhEMz
vkFtPr0aNlzZ57CoE9n7GTExzUvlOK3qgwqGcqlfxpTazY6QrNYuzkMrbOShckgcl8E49g6icqRr
Zm34egm84brINKT8MPq7HD9bGyWURY4YxPVxk0QJnIXBHkgknpVkBUSlB0AvBudzaQ5rnNYk0AP5
g2kjZw/TCN7bZMz9Q0NDMz6QbjyjRNchZcPr5r8MbHzOnhZbB59oLDW+ZK0fHGc3WkO0r8I5Ky5F
V2fmoVtwQtwP9lJgGUxL50s2OOODM5beBUre+NIjJ5kgbEIkpa9sEZ1X7TDv4gzllRNZa/x1x3NV
Y/2IcCa8FyD6Vn3ciJdBGc5AwmtRfgvRbezmqSHcZCqXuy6uu8d4WKoLUgh7bCPu+CXUloHPOYLO
Jp1ty3l/O2nzZR43CGHT/BuBcjndtdBptyXRrhtUrIj9uzzZdjF+NmFOEsZKRIu414AzRm2RP3TJ
OOq+DY/4fIm6bZO5GINqbBRT+jVKYVgJ4gh0f4h7+0C0Q7LTWs97zgZP85WMbtuxt5NDUtsXheeF
l/Awwm1ilTt7jCMfM5RzrrV4H8EajzsmoOzMGYhcUYu6DxeJLk3OKDHhQ8GSRiCXekW2pey4RTS2
XzyZYDkZbcaGC+dQxGO3I2k53vV6fQhl89QoMtR9Uc9whImjJiJnZWyV/XDkfJx/9WZzPkyVGPdF
z8QFHNLde2QVLoE01AKDbv5eetVTloX5oa3i7WIhqB5NvMAEuUNslOCZL9OZ2PpEWt05oDVL36RG
+CImYQDhmio4zthtXtnOHEtLA8hYmt+RVVJS1ArjpcmUFiC6YTUnqms/ILWk953i36zD6imcJ+cp
RL78AGpNEnGu3FsNgtyW3IIO9dvwKyX9bKt58XnXNd9nSPobIJC3VWkfPRT8e/yoT3RnbyYsmPu8
YJXO1meV5Xm/jTKyGZAoD7AF9LYlFxoKZBgjGUjs+AyM9wOhkCIoK0RPXtk0KGg6eUhFaKP4w2lT
EpuGHQx6Gn5B0FprJeQ5TCy03WQQLHuDNGm4mDCqoWKpdNOaUzag1jQJssmaF1E28T2Gboyprt43
9qYNZ+T/8ORuMDqRRN+M4ZFd7APSFuNqSmxWHLMpr13HOMOIcUCMUgeozF7jCR6EF57BgNOwrRjd
0e0rhZ5JXieiwqU6dBexiesllN4axrxOKxP4TZIM9eICn0r8ay1vvEqltA3s7zCIgX7gyhTqPFVO
5/BfwJKjj4Q4CwKTA1Fqhb9UyFX54MyLeBlDf8lRd4s2PuICUvc4JK9JjfypD/w7GKfNg00haKz0
XxPCGTZp/XWtkfA6lu5+NJHg1FrxPXRxIgnlEpFgiet4isbn2e60o1DxbcZZN/ObdMCwYSbaRgeM
d6t0Ez9kSxCyo/Kd1cl2V5RyA3ka5mbXbAdnBt49qGCecDyDF9uyGwyPiT2ZG8JXx21SLreVaKNd
LIsXyNPuvVUaZ5lbI9HSh30Rkyrqhe4l8Da/l/U34Y0riaO7p7R37IHadVH8TP7UAx35JVgDP8DS
mRvYpt/g4E8+VQjE7k14VeTa1knqZksARHxeGxyNQnY9Q2987xq24A0Z4oFsDJ2UZLbLVgjHtAbE
xrFUQAPtTP7wGIlwH6WptT77hOjmBTQcqM1fOnjXTVyi6RoKhXD/tYYhAnrRLDedkwTg3umzyOUF
x/SwjZ1hqzSvvyCRlvl2qS4FG+IJAjiQvRzg3qM7J4mDSkJr9yUGW8IjnGkKkHKSwA0xTysZ7tTc
A9vrM7Xp2Ts+R3Zk8R8T8fJqItyrfWLDmPaaMCVFIWuTQzFo6jZxwuh+SebyKZ4cM/SlnTQ8tQKB
vW9aBIxSYzb1n7KPMQynzirjNBhziDkTR6MZCI+/9FlKefQANrEfFbVTEq/b4cWHa6yGZw8jZLLX
E7sBO6xkf5WOSyh2Riiqm0xva5ySoWcdCr2Lz0xWYED7oYNLrG3N+Yg9zDtosyRbVKkhZeQA3JK+
8GLrNTLwxQS2nndwUcHg/uIx5tjq+1LfdEjNf7SLa4wYXAacVFkjo8RXkZjiHc5g+eINs8A2UC72
eKxptV51VHh4jPiZHlKdoMlNHkvzzl0S5DEWnfErvV86UE/UNb8ZU2mwEFCBMhnUdpcERB6RNs1d
puG2bk2Cf+A/99NGuSE7X9NWkHhCmjndZvRq/QvH3ntgvZEbeJRuEtxQ+FoxpcQp4OKo5v/TtvEM
vx61+BcB8WbmD52I5k3daXW/j6pGx5Y7aAn59WP1EhGXuSXIy/yCCaE3dwSfdk+TJ1ucq1hS6Eyb
LcWqycskzX28TRdJbvX6Rpkj6MQpLslhkCxdkrPdUHwh1jX5kkQFA9UgFOTBcGeWMbfPXIDETjTm
GxWG7UtXdynPaqHzkIQayTY1eRM38dJ4AhJLGLM2RBn+bSn7/EWmjUskdGnUB8Ok6n3sTdH8xLqV
vBRTOd5Ssp9eXBDIx3yosThNVdlYmLQ9+6lvQyIB8rJR+6wz1vaVUJJgnYlCmW+mntMHiRqM1zFO
vCcResxHuR2lzLuZFqmNtbTOY1dr6N1bBubo51Y+3QnZVD8yZA9MSxG5HgHo1+WCHFZqa0K1I8eV
Qdi4xhJEbDvdGmw067AoXnSwkQ+WU9QdBXMBihVMfx36meu1lKgGjOn0rclK41sspx+k81ktuXwd
CSZg4Yw7Ejf72yi0i+Ss4yp3+cTuALhBqI17YfcZ6+Xk4HmPu2ECYeaq17Cwq9sFISa2PjvKvyDJ
b76Pua6ucbTBmOMzq20GQ9Q8FLQbOPk6sT0RBYxdEbb4lJsbSK44VGe4k13QKxURTU8+3wtQTrIS
htlMvmsd0l+WXDJsfW6og2wc98mvEpjT7WABs/dFLzvo3Lj9n11VwZCcXEnMc9ePS7nvzDp/nLvQ
IN6kLMof2jDAW+2itrkb85kDqq7KiuRPploAsnmp/2jCGmlvCJBBBp0ZOWI7JVWltvOCZ8xXaqIB
osjWvkjgCcATtWdgD6PbGr6htJqc0DwMFbavGUf3nGm0LwpY6Txk1F0UisJWwx01DTOWt9wlsn5c
85FwsEcysMzcvrMKkMK+xhb/MV/oIPhG5yLhUn0dQ+HUraI/xI5OVo1mtvVxHEYcKgsxOxOHPMc4
FvYSGTtiJoC4KqfHmwFp3Vsu7ZwCtY/WIf2iVdhCfZmidJTsW1du9bTSENS05vU1WKOQrBYEgnvE
DK0BLZn66VrdEO+9KsSsRtVFu3NjkpfwFksEu0Qqy2xn1+30iLgcLJIk7VZjh102t4ZKwGARgJF1
B2Blstjr2KRvWzywArl7p4db4hhGeA34qDkTZX2/Shw75vOQNZzz2rhThTdHAA8c9ylMqFIGkjzv
ZRfloUnSBlnBn/Wx12rnm5oX3SAXWiDGqBUldsrwcyrh1KFFqiF0Xf1O2eB/l87E6KRYIfY4Exa8
1DRH2a6A8ug2HKCrq3omycxwau3B7LLmEjp2bOz+wyotv8tDmYwk1kMe6ZyULhPPBuqXReRUWcvX
MUkHNuiA1CsUYVs2ZPrNf3w5YdPhpR1GMIHxu6P4R6U0i5rWGWbMD55dZGRjETE+Un04OBBnUQxb
+79f7q12kHrwqjujRiehMuGaPO3rooeKIFnbhKqrOOy+NVXYul+KqKy2gmyS5UUikMm+NeNcbZXd
O59UOj8oq1KZYXu8cvIkDea3ZVUSzyvKjLQVFiZxGGkAa5fe0ffkT0+f9Eo+KLbbOjIEcm5WDqB9
0sEg7itTw3opkMJq1xRWtrHSwdoYvTMdmjKPtn9/sB/c2npTtNvR2jvIrN/eGn56EulqivumbFnS
cfXDO2HuajRt/uQdvruUy5eDlQdZgIlI6xSmaFkTudZxzqUi1wkkMJhdaXM++B/2zmxHciPbsv/S
z02BxplAP9Fn93CPOSIzX4iIjEjOk3Ey49f38qwqlJTqe/PWewOCIEHKGNzp5LGz917bpsDg9PO3
+v+K5f/C/vWnN/hviuXlc0g/5VW17P8Mxf35p/4hW/p/YCTHDOKZnPbAjpl8vX/IlvYfsJiv6RIL
cB3tmS5v4L9kS/sP9/pf+IN4uv8BpvynbOmaf1BUgXlAcAYBrIhJ8j9g4v4U0/98e8UZzH4IfB4f
Ab7cr7xIESy90gW1FD07uSfdu2BVhsEkLU0cvl/7BVusqHBYxvT+VSB3zLzaGCRwIw5jNoQAxdEE
sPcxIGL7lUhw/dpRXE7BHYydcguStPDwPIfxk2NjfGSunVZUZenf3I2vd4Rffg2XFwPnGP5fbI+/
eBZMGGUE8HDrBflib1t7GkZmZMKCdjLE676suodGOel+xk1wMBfmtz+96/8PedC+foO//QAoZ9gd
sO3+jcKqIY1UcgaV3cdlfiNzszgPM+0GnCJ5iMYx0gxr+Sk+EoM09v5Y6DU+p8fSS/pD3fKwXYgS
2RD5+Sn7Wzhc3a0Vqn43S/azLTzyA6WtoNexvlPBUrfGM/OHscpwD3/NmdwcuoxE7hG2LJatOw/x
8R8vdbX8TogVv2qFXDLYoAOMuijtcEZ/uYXViW9OtLXEHD1/ZnPy8NIrSBHbZWlDqtKaRV1mKDVe
xFo5mAjn0siwKhykvJKe9Ndwmss3n/5HGZnKDnsKscA8WFHijq6xnvOcK+6/f3co9fnb20OqA38l
UwRmJSIGf73tzqzdStLxNsynrrwIoT6HoqXVil9wE1rFdGLhFR+HUD1ayln2fsUe69qH9a4h6tDA
o+oSebGp4HdALmbGKtsLNp2R1J6Yn+klD74nfUvTS7NIumQ12sEzPF4D5Hw4H9nyj1vbq807wHXb
PK6dHW8jEkHFnr5ue3uHN617L9QgzzyZ5WvBUPGjsUPjoRNVefSB8m8R16xLC0hg5TSOsQG7UKzo
w+1PiHn+baDrYNPANH703Sn8aOLlWRbB8kIKuX5t0rp+MfzSW4/CJo6clN2JwGW4icdO3/UpQIJV
ljX0hxaVOjL0eheW7f25Wer6loNqupLxZL/a0opvXEG/RBgWD/609BcOXXOxpkCr3RaynB9tQu60
mhnxoQOHRLECXyzysSCefd+4wVY/HJJ+yS4q72/p19wq6S6rkOhyOJpfIculVpQHwbDOlaGSqDas
YeOUoXlPrw2Ch6onb8emk/YuFeTnJE3atTfBE4vDhs+217SU6EJ9iNCzXgO66OE4TcNd5/cFFJzx
SJhPbKWqms1vrq9fbz9MSCR2ryKwg7zreL/cfoCA0VbOtL/qg4lCQ0+14bUnb+p2VtvKH5yezL0e
hLE28kzfzmYhz9rzXwfDMghpF5Okk64zPLEWzpSvPTuhVShssv10/fRbPj0k7IvFzW9+6qs6/ed7
Fj81nhj0ceYQIoe/JkPrAKXXb6aURJHB7re1gyicr2EVU4d7xRVEcHv6FBRR7ehGtjdmovt1WGa/
81b8ekO5/hz4VAhvsK7EjX81hP1ptlW20aQLOenVpKbuKcx4f3MgRGsEArG1ZOc9Oa0Yfvee/f27
8rCgk5GsJWEOWMV//a6m8BLLGGfYg9pKJ/CEc/fF8WXyfSwQ78HqJPW8cwFkPRdFE1Jqx+DNgmwc
469Tp50IlpfztQOXd2OEbC1azBwnr1PrwsQq9psbGADxX9+raxCVxxuBGgD7nLP/+tPK2Q/qjANd
lAF2Wrmjf8sP/57q1rajwvLjXUg7spCdtqOWc9lumLzTlFoJQdkywMbBVhwx3Xpr2UbcoVPLC4YF
fwONGKSQW4r1TFXPO3v+fUYf1BH1CsiLW7/aumPXITpBD0gfP3qeVR28rjJ3fuk8gzWmtYX1ld6B
XISOlrTBI7CRcN3MCe2YrMBq0ir+eAlM/mVFksDiDE2uHKXiRqXWEBkO51+lA8Ag3TS+9hadXTHS
+J0raC+WI9sG2kK8YLuYS/otC319bOhz2yG5yg0FqPG2SAq5rJKgcbfGTMqKdJ65N7o03hWU7ERw
CuUmNPEosMF1vrrpFROwlHzxJRfeF4WVAlWJIr7I0cV8A/KMxa3v9Uc5W/LOdbv+fjDq6QP9XnD6
XYqLCcQfkcqZlmOVjoqVZ2sB0GkoxCClYJ9T17qndXHetZbdfvHirqGPInEvLijLOyO3rWMS1/Cd
GP4O1CXGG9VgqAd+wXKvqBAwEBiPsvRQdqhTu63a6YqQYONXRfFMy1DU+i7dOr7tvPcdPW9D4iH0
Ek6wN27Opm/LLibb1a09s4yyARk4Rr9XfaA3QVZk8bquZfsmEvq9B5vSGHPJD1WSjRedzd46yGJ1
kw/BIfCyYcsa64tF98nJ7tIX77ous+QVpDJlZyiFY9RV1sJesu4vpeE2N87Ss+Nwl/Cd4spyRy4L
VMaEmbxcq6SFiTEBlV2wLJ+HQD4vuozPfTMEt8HEeX4q6vKMBaFYxaJ1d3BU78ze+JbCCn/QkqJJ
I8esHrXThMTXld6mj5EdhLR2uVhAiufxl6Swm/uZCqdbhJgumpmFnuNOixfGaOvQQJ89mUlxsO0l
2AmdDit21/qp6kqDxFHb4ixWxbVeSVNU673WrMXoWnPmO+m1+m4KDaC3deDs2YHET6DgdjCt8NKM
QwBdKWCj2FLFKqjcDgj3lGG/zjPOq0mvsATgV3ss3eFb3JbZkS28dTdNmXvjVn1z5DFHS22B3J9b
OBU8EBiYy4x8bY/lpza0gRw3Kh/kjj35UV6XFnnPsN9WqYpX9FWzB+/Sz8YZrDrKsQOx60J0byfx
FNc6g8G6dDjrmU63ACCNe1jo8n4WS/FOq8sZR6PaSEc235nF6FWbwusVFHjB0SZq/OCkLqvJQI4v
dWc90nLvHCurZ7Fc2pVYWWRKNgtYOWSLNoW8iYy8v3ZoXWojdd7YmwSvhjdU+4Z7z3NQ/gT2Ws0X
RlWqnOwc/rGdsBPvC8PH1pFTUDTM5Vwjt2TpvHU7qEdXZQx6XBGm8RdjQMEu8jz7lL6E9DqkVX3O
egPUC+i6Q5lY1o5rrHs3VPfd72pUDMIFK8PXelWmobcTRaJPPqXSp6zMltveku4JJdSMAn95tTPv
R8Mnfpt7/Y5HY7hNTEKFIs9BtBJJYfUFAbQU3m4kZfBGNn8PTddamfjT90wzhf/iU2yRRVMIzoT5
KJtffHQVe021Rbl2nVJ028wowKB0TfJdw9pED8aB0vZzwVqxnpYdG1rkCLenr7sdYgzIGsAKo8Al
ZdN4RRjNxmXupvoxzWu0Fa+F4FwyOzBfm8k+ZpdB0U5eRZMYKLCDx/quxyQ4dW1Tnw1gviiPZUAd
0aTKj8y7kqHlUr0GdQKCSXr4qWI9PqajwY1f0yLVG8FbODnzOfc6uecDLS5F2Iab2Q+vvdWub1xR
STi+jpOqwZ8UPqb2pCYAB6dMyXjn4/xB+vOc5qvuNIsV7c3yKLiP5StcgQafgOtnv21ZlVPXofZm
bFa3WVlY+aZ1MXhsqA+w4Eyr2lLPmedyukOzBS/qjiYNXbYpPuZxacTtlPeI0T+/Uz7n3hm9IwE4
d/0YaGibx6rTphuNsOEh+GJ1se5l5nnNx4inEIycZ16mhkXjqsETAAjXM5cbBnW9HvmsbXocT2tz
cXkA40rPdm09qjucDH0ARq/JdrlaxMUP2gBd2rQPucvNF9sRgclZCXVX+43FjZhOOnfTtolst71U
jg1dNeswq5XMKCeSQiXX61Dx6ppFtptxxO1UFQQ3PMfDF7552T2YbJPz91jViX3neB3IGodhpGAK
Jq+2zWRs9qtEBED/KBkcPqAyXwGBvbi0eSb3P39UwgXOoYUNtcNBJp5as5J7ty7FpWIRvhcyERcc
03OEo5efeWyxJ+sr6yfmKXMjqrr34Gvx22dqDjcVqPYHGWqCGAFw2WeqZAzohFh9lshuJnU3uLxa
xuB704PCNnBJl8ag1ZGOwLccekcS0dlND4IDw0tscw6UaAbFnO2A0PCFzLqU+54y0hvX7cFx2Xb5
tY1Dfo6pyECCIg1+DUc5dCvZBO2DhUML7bFMBjSzKeeCbVLnMGYAG7FwAfNc9S1FaWvL8L2Zf26r
a8igMVaYw9VdKTkRjeWVGqzTWe5lb7m3DXNiDSwqZANdY6igv8Jk9+q7RviCUYGXDlbWgs3H6j8c
zGsvxK6u2IolgMLmgEN+K2NhvooQvxcEQaXgUmDauMtZifxYAiM/O2ETbF0LQmTThlyg6ZXNVcEp
jDu5GlM3vKvxMW5qtqXYNJ252RTeUG5DgJ/YZLXepmZ9b8rFeStJI51dLQ+zUYtND1T/PuxUekyM
Zb6kIyFQiAGLWJXYLZ7sspAKWpn7vUkHYUcUHCZHwF56D4qvuPXtvL0fS8s5L2iUqO50WpeDLY8U
DGabGRwkJ7WealiHSWKLT8R/F31Xcvdp52ZPLWJ7EoOGvxFn5UdPgziPj12R0kt2Q6EYk0o7Vnsh
/PpHrRt1xmRpPrVpCg4pXTxoiN4gRbatu3b8utChyahyFd9nLB23LS2Q1KdVncD6aNd6Jzt7z1bF
4cLz257inWYp9+Q5QNbao50BZuMx7Q+NOOSlE9bcNIXk1RYx6lnriXhvqtrHAWOoTydAQnBKbFnS
NtVRwBJ9yB1peVBAVbpvnCU5OwWfbEBF+iW2nFdmzEc/RTRPrWxldK089doUOySeB4pApsi19Zbl
j3xPrthdukpdxHs/uW0Vg5R2K+PemOFJqCCTO70Y9+lshqsQCPjK8DCm9XY88r140A+Wq26TYYK9
0uTNbV8tas8WIfhmp7V1Vw0hfMG5sG/zJKgxdFRiI9wM3qqWybkvi/jiqbG/J7ueP0+47zA8OHu7
D5oLSPQ3vLjNi3Rb/LNG2oZRlmNNgNKY7cO4f0FK9r6OyghX6Mv0m2L/XeMz7bkOBombCv8Wg2Hg
7Cyj3UKEA4yVDzhQ09oEj0Wl+CYVtk/TgOXw7tsfWe0+h5Y+LwPIIzgvm/+dge2ccwBRERmnC4eX
ZNPMTrlhEn2uGTszbd6axQRXVHFis4V8773hIRjd71YhXuuJe3pntg/o+I+FkT+lgAaTInuzUvP5
56H5P9p0PzUVf/2f65+h0k/LLEmHnzvYf//b/6xze/fZXIMv/a9f6i9fmYqzf/501+3zX/5lUw/Z
oO/HT6kfPntYeP/aBF//z//pf/xnAudJtyRwvjc4yK5fDRh5/eeNdsCh/L/uhdvKt/r756///z8W
4OEfrkMvHASqa/eXSYLjXwtwCuN42wMimQHLcexP17Tvvzbg4g8oJyasG5cQJckd69/BHUFHNxVu
AbFRgT5EaPpfv/c/N7X/SSscCwC0TjbxbEBcByDXXw/WGLljGbe1GZFzVsVeiXx5IQYcHmtZAVkv
xt/uiq9H9X+vXfgerE1R8lx0AXYdSJt//Y4mvF4cl1ePQS2BmdK4xew3z4QvGiUZDYDbLPd/ejf+
+Uv/ORH0t7Ab3xP91IFjFV7/+pXs03Ru1sQmLjblLdAFsdfw6Ovxa0P5gya54njGMsD34nxTZmXy
ZXQaw4l04vxQtizf5/baX8JEpV7DwZ6D32zv/7qKub4iIeEJhBDX4Z6IrvHXV8QGDxoPCbyrotEL
jBlmDA1AtvduXdEwBiwljZK1S834b9S/v3E2CPeDSWBxjo5LDuVXigHhbD9PwZZFesJWu2roUtkl
pb3IqG3S0bwCNsY+yjxL3o7QAMSpy8YQY5PTG2Ilk44Fv+7GrHxwRTEYv9n6/BR1/3KloA9RGwNc
gQ8Jnw4+A39ejDnKaSq2mriI40ZZkUEw4E4CuYoaWQA+lV1FAYkhDfIuric1bXrwgX40RFVM2p+M
/tvoDtl9NdaFQRtLlhhM30bY/vbH/JmX//cP6l/VTEQstlJXcg/khF/2nxW9y6FyeTFyEsmHLKFK
nd8mPxVFae6Z0j6akrJo4YTyJU1m572jGEpGV5vLrQzq8kbnifuVJzaPcMIi/T1uLroINKcAPKgs
AAHYJ+4XO2Ots26z9IpBww36NjJ54vSZgeWHBc0SOzqvy3StAmNY7mYdlureCTPxTsup5+xbKx5j
tiejrIu7JUfiJr3Q2PY9xtyFnhg4jhyZqiYAkm5laQNufUikmralEEt+l3pzpnaJXyPAxFhQe2YS
P0jcaBo8f3j0eXrixcIK+u4bI53AlNkZ/YF5cthOPOdrVnLAl1cx7mSw3sLHq+jmXHPGMjTyABCo
t26h+sf6sABnjCOzGahHLyU+3ZXnTwa2Zwoh3xI/9WiDrUM+DF4qnOxGZ9hFInsp4NB61wD9AuEa
jL45YSAnwsxBp9dY1SgwqEj199kZVd2R55oubbxRpuLvhiqhndJXnMyrpMHYEJnS4aXEjxp3uy5U
QxI1C1WKNAxkOHK1YZrvieeyewgtsJzrxK2YU0rQcAiDSXdsiTA42wH9r3ya+qE/Bf0M3Wvm/KJv
R7KL9NI1XfmCLb4P1mESBh+lXvBtuxLHfiVGpThvL/67qWVP5Wub0y6ROKW68xz4wPuFfezJmAYF
A8pILRcXdc8trW0C83sg06LY5lfLdpAEztbTLZbJKpkQewy3DtZ9Ey6rZZyHCStRMmJUNRKuQWs0
VzNQBlx4+ZjeLxArP7JmZuDQGdh45mloyJUQ92yTBnmM8wInrcjR1J9GB/B4JO0mDVnLBIKUYt3d
uYmiY7KzhvrV4M5CQAo//yNprAbwizEFlHNUyXwf0Kaho0klBQ4jyf4bu+sE791t2x3bAsFYHrxV
lVGpCJQ90ODBMazvrRfLbW8W+QcUKbJMhldwq5K2VmJDM3e3yap6PAENPc3tsHwQN6dMYhzYbGTW
9N1trPxsolM++YOJ+xTFueZnWNSwH2ZpXwbcZ4fEG/tXV3JqtwdqG8pMVOurjEqBxgBZZpj4/Wme
YbdSBskmIUeFlmc0lMsUaZVHV84wKOR2EFtVDTFrniDnPj734vuSBNgfhiy2XkVNoiUSRQ1ztbke
2qTrjmMU85zY0mr16UE7ejJyJ/zRGZ2rVwN/nkEUTfepAUwoItgb2VFIZax0wSbOqe0WA1XfPpI/
0ux2hzp/LRqzWGdE2JLN3OEnJBKRW1YEFTwx0TU4d1U9BGCew3o5+np0H50lh1SLM/JW4rRfeR2C
ZzLWAMTBHN80mFCNqDXd5tS6FncVJmR7WjVDkQ9bL69duS1Hp91qmNCf9ArJc+erZTOKFoxy3cTp
cXY0rR+QwosfDYrYaontIl/p1JjCiCVPcadkElzh9A3BtkwuHP1p0qFewTnRmA05IGftddaDMYan
sjPQAlE4J5zJirOKZcoNKaQ+XNUmTy7z6gMMUe2B7g7zl9b2uVhj0htnq0/9bQ9O/y6oBWuMojCp
fY+HfjPhEb0vElAwvDL23u8J+Thj4750tOayVNQZdO2U7fk2lNZEj7tlsTfs8mCfp4lPIGd2sqNG
X9yZHYvPGzDNzsGuTb3L04a6hNqY+lVKedEjT/7ynXWzfc6FnLZVpeL4fhDLnOKPDSQm68XqHioT
+N7eWMbxXtteasKYjr0TWmdQnKahTjeTVsudUas8cs2Z5UBg4kJIaKtZcRUv3+ykdwiKYSfbLqF/
ffokjRPcF2PDEaziSm8P2RwuIRRJgXw58VGo1nOv0m3HFctnu3AuvX8Fn8/evJksc17nHlxlCzD1
2sDfe1Slewd3+kBC/KmJA+umuJ7OZ2PYgZDbdb74TlTwoTXDz160D6IJN15hveskuZXLvHWW7A6n
u3NwyQ/eOjY21KjEbhiR1+GemorHsvXOgzABVWUcK/FYHEEf8U/FtcvBv5oBY1Dngk/zczyHattZ
rretaQDdT7oXaywg9oEnnb82kiz/jDlPbxwj6XZcgz47hXl4JzmuTkShMgosucI39HUsRObs7gW1
JTbXg2nsU41TcGvKwCs52w51dpSuHjVey7A9jTmLmUiaOFtlY43EWoqRPc+yFRQ5ZWevKsZ5LYzU
3PoZ4P4+4gWNkzeDAjSyP3FgPLZZkmy5P6fJIcs9m1EL9plLsjQxg/McFG6woaatf2pMbqpW3gpe
YegM89KN8QNuYBg+iY1MwEVIB2pIWdyRlRWLUzW4NxPgwq1PW0JPx2BGwEIqxCA7m9WlmBHqQeiP
s+SI2qpNBm60XcEqzqd12E1dv0FHnPYikO6l8zrGd207BIqbBgY1/Vu+pq8C3+wD8j4H6MKAi7dy
0spFI6TRYGNVKbpTZy6E8dhTT1s6U7xnPrPdTa5NPa9qI/CpHJtqb53rqr1buAFtc9vQ9Wbqk/ID
DLR9fY38DdQlC+94q1EMuibLnyhWM0M251XvrGj28KxdQLfSvW9k8QoDQvGjFYnx3I1tNm4oV6nJ
zCVEPxenkKvCp8gnTArrWXl28CW1nAqhvAnbepUPxFAOdNrEPDnQ8HcpZet7hzQvWXtK7MjRyFsa
x2oWI1Ze3gZGqL6OVtU+sFaSR12Zwf3VPH2GsvVKIKA/+iR3zo1dJi+ETKnWQQEU3/BBuafQo3Uk
Ybn+I+9t/zkZZb+BdT5+55V1vwJlM0+8cVwx/HpkhSppGTi6S1e+el0jWIQrwkVw9Mu1ruW7shpy
mZzlVoU9tvveKlDYi7ZSaz77TAGlY9jzfkxK8a0tBnI8sgiPomt87MfskY/FbNf1tnCmgc99g5rT
pIr3W6kjy9RpN3aYHua2Qaqc2+w195n8FiyxR7NKUEr9lvhvNJLu3LLXHBmuBMri5NmYLvLpWMVs
kePF428Ym9+1yco8aPm4jfF4ADya7Jxg0QDM036+NMI+zbpsHkZ6zJaVBjB+mJVKNp3RBnezO4in
InXrUzWI7qJ9dCqIVg4NhpTebQsM8ptYeJwvTXWg+qj4xtEUNZiE+n3IU2MHbtaIN37lLLepXQ+R
2eYzTl8UeZ5obvdRW058U4lJnCQtls8Ae8U+x+x0rMIhPVtzk9x1ZnFKsHP4C52WMArJ0XAAOCa+
cahzWSCANvObG4/N88iwsytL7/663maIo2AS0t7OMZCTKBgrb+Tokigyqz5K4RBuUZ2pcTAqf+0u
VzkAZWhLCM7dljIcNrlpcGDsKiJmM2f0JrCpJqh1yzI3RQ/KCrGbdXuDU0dswmQYL+gz9Wr2qvRk
+TR6DF0QRMJW/S0kjvgwezi07HHWJ0oMh2NLn9gTIxeoTrc2TtOcLli2ebt53zuZr7uU0hQtHesF
iEG5C+x2OaF2z+t6dN/TNq2YQ8aOBVk1baoiAxsT258dMlu4HYul2mSxE58o7cHMRRtZVKfaujUq
3TyRPqjPVW16iidU5m8UZezHVlOot4zFzKY1HU66xYevDK33hW+465ZU6amCXviULsWPcA76j4oY
xzqZVEhFA/bPyM+ICmXjHO/ahAqHErwc435ah2tCqjdVWn3omHZGZu/6BAKfUnprwLtmdzbB8lhD
wmvZisu+vxBspxmrJMW3mGQ/UjvH71Izefxc2OOn5S3Oih1FN8v9GAzWk0+Dwl4hWW3prU0ZQeou
PI9Um5DwQriHOM11YMuc/IRuv4dMhp/+tQxmnATPmTi2DlUfG2cKiIud7p3gOXRizk7DUM4no2zZ
LU7lC12M3HNdF4m8pOCdqLR8JQWyNoY4Pw5NCC1wtj2OVmLi0V8CW+XgMic3hpzc61RsbjL6NW5i
1sHbeUgeeU9UlNqZTeNf3G/HcH4JYremXUOVB6XNu94Bpk7khwKyptbbsvJ3qc7qjZ0NdECzBs7X
FKlqyn4Et5dKT1t6/7gdFdeSPJ4tT1mW2XtCCtkhYL7gQFfb30vPrLbVOD/YIBs0z4IwfTUz465M
smVrWMEnJlPryLstNgGPlkOYZTtoeXoju+GiSzWfuBdwdJuN6pF5bdkXzkCjhmXxLFXZjYU6q6O6
coIKx5Q/bsKu1LvJaMoI2pW5Tvh471l9xVuG46+VP5MygPn+WmFVOHd6YrJqUi9y6wWzO91rq74I
3/sweLQm2rda5PhV24pxRdsFKral9wYfoKieHfuGgqT8g5DR/DqjaOF2SJQ6BLOMaP+p7yiMuypl
fuETnG3b7TT4kMy8CsYqk0+8d5flC9HOZdtjIuUw5mIj4AFWbUBHlKsFZNB4CJSnnAhIwU+U1sRb
eA3Qknvk1OR0HBGiIGH4MMv6PR6a11Kp4KPTQ37iD1a3PpEK7xB3o3t2kjavo1RK50syNs7Rm5rp
QoukfivIQ9/NAr8dRgzd7U3XfXNak2iRF8j2PJFLe0PKa++83MyPnWM4Z2nVCHV95UCZ4ngxi8zE
oGC4xzgo6quK2B7Bu+HsoF5DHGpJ0RkWg/k8ZHTcNCk2nY6arPNAsSnSpWE/DpUyWG048zfpTOL9
Z+senZej3Ln1TOqt6Au9D4saiHbPxuvgen7P3zgJ9HY3bzrGumdKucyPmJToJhwD/UEnCj5TN1Bb
6Tcztp1UlKcqrukuMsZ2p0oOQZswLsgPs0wVZBcB7BGEVCoj8UkL0TMk23ncxI3L0LkM4Sv6Cx2z
fmW6n5PRjyTS46677ykGfLEXvhNes2m8lifpo5JoJCXQme9xp8J9IYT9pSF8fERE/jCysj46OqTG
HDv9E2P7Yzm52U2Xc6KNkInuZyzNryk9RZu0VeMe4TJ9L5yg+ERQ5v5meYxZctg1pdkfJ5Tmm0Ei
U2vMn0/B1AX3pi/rTc5Fg9JumphPr42JbY5HeRysXaMT48Ga63ulaUt23PGelhDxveyJwNg4Rs/F
NH+FvVjaPLDMwaTgy2jfwbdP5o47Ek1NRZMM9BwZVKKYmYr35CnbL5geuzWdvsYpIX4wXF9wunTN
5FyJngKU0iAylWGDPdqoHTRYVRWLHKZYB+4bOb1lUCPNNLgR99Rk6vihLXVR7Cc7HIztIpXCeKS9
TyJiy6YTc35uqQ+tbOoPv6fQWfEakXOqxX1SYcxkq9PXtxBI3ZhwYDcLghCmOIpRdkzn42IF1MKp
mbCeKFT60rF9oi/Za813Ebae3lLWMn4LGbxguF/NivEwGlyF/mKdPBbS9xRjsl4KdMXuTDuOgeiV
tDSBJ5Gvc/IrtvRp0WWDx3Rc0UMTnFzi01jFZKHhr9VxOBwgM4TWDa4rVmmNERPlFZ1rkcsWOCpR
iDhliblMdjz5NAmcORzvuJ3W5FOwYLPmLjxYMNeL1v0yU6iMCA3B1PvBBq5oKcoD2UG1VZYP3Dwj
o3TGeGtXjNxR4UnIzo5H5QQ3lqnPqSNWxccEjvnJ4kAQumE5PuD4V/EJYbZ8GSpZvnB66kpGu8r5
tsjCG3dZHbjLxZwarHaZ26Yb152dy8injON5btFpjEgLl1tzaj0nFHX2JMc42LC5iPs7PLdxfcRG
Qmivqa2Mvtu6uqnL1tD0IqfXcbMpVb2rgzRj1JyS+9SNfXw0IztiLq1M0RpUt+WPcGTnuiZZ5LnP
wGiHctdkknt6Kqyy3CQWweyrDj50m36mjBpAiGM3F4E2SguOL2H6LCwmi73deSgI0rL4/6HN8L72
VYh+svSdoi5g4uMNl8SZHtIMBsit6nv+d8Cc1FMWrPKe4pbLcysmUyObz/0sN8UyCIJ8SeoQJ4sl
a7x0kqz9a22Q3jNwjG4bSBP5KrcAQniE+fH7Adx/RfCY91RWE9XzGoOan9g16K9wr9ZyDomcmQEa
BWem8vScJAgQK3tUCPkNJavmqueCMOEAmJ2/ypNiLlbUEaDliwCdOirnnC36FFJUEC2CkNC6VEPW
rjB7pWsMObN/v9iZ42OygTp0sKfMZqmB6e6OULXBK1N3Q1R5S0FfWD6ggyqGNjZOeU09Xer4TMmL
h/HZmzQPkMnJlHdY6jke1rGFvSVVTfuR4umnyokD99cZW+Vdb9v1x+CX4wtUkJAdeNvfOr0psM40
PnFoF0AF/rBKzbvRJry5d70YqkBaeio4NFKyp02l08zktd3+Brkesxpj1Z2F3dxdjVNdvtjM76/a
UsslxM1QrdquDXGYDo377JraBNYaKsLKDMv+29LN4RZIZMNTGtecFwWtP1Wv2VDHDPRV72c/cJOx
shcpgYd9P2MWIQqdUVPAGqYPbxKet7vQlai3GSZSteUnt9+miXxyBHECoECj3WyD942rzy6s+SjV
kn2xlkY+BYk9XPC/Jzv2DFwyJugc4MTMj8l+GNylOC30Bcyk6AHfrxs7qcp15lBgSpN9ZVs7aq0Y
rAxDWHdu51f2ifq0UpKLda0SXGpWjyuCnz4P7jhRMT0iw/9l7zyW41a2LPovPW68SCSQMIOelKd3
IilpghBlYBPef30vsF90iEU2K+68ZzeuQgIKSKQ5Z++1jWkdmdpHINhQqkdezsTWpk22pk+uzru4
tfS5cNglIiJRDG5yW2wSWtEpfY/Vsu2MhR4ebLri1joqAGasBAd3vrlOG3gae6b6IXPZUkwBj7KI
iUEsOYIjdIychu1qMNaaZD6dXjde68sb3F9CUpAw2VqVkwPw23BtfsLCgCKhm4BCuBOv4x3CSPQb
nYp0sO9Z+TUuFmltyp4up4dZOlyPXV18b4A/NBANHPzCAcDrB+q53o+4atPvEx6AcY9CPHuSbDoJ
R0Jq+TQLagGrDl8mxXXieakujv2Nx+eXcCRwx+cF2TdsGp/iypmIkYmeI7LgDl0tU2cbFSRYr5Iw
QK4mrVBc23WuXoKewjMxbHygXdjy6iJzFBE6MrXQEHq23VzR18bGsgNULmqysB54EBfCpDL0JT3M
CSigbdvXto/KDgaiEPuhrYnmcwKDmDLXwtocVyVwO44YQXsmpGyGfQ5ea9yThL4AumqiGjZ9DkkN
GUJGFKLukbVsM34OcIhpztwtpsHqJvd95jwWYaJxNfirHQccnV8S3zlcNhAxOCe6rTt/dWxd/Jxc
VzUblnE5XSjOR+NdE+Uh21M9SFLSiBUlMNUrqscBZAVYf13Q55iMxOvvX7tYkza1xrwU26CraIK9
FM3gX/eJB6m7GaUHTJo1kq6tX4YPadJLeVgmz63DxwYaJ+r8pxTGWMx51GvvfQI2iTCtSb4lGjb8
3fjoV6wiZE9XxLZ/FvWUi7A6e+2TUsEMKrmr0eUUJHVT565Y6sCB28NlUEkfTVOT+3tleBT5W6r8
+aFvJCtDRLQZMKA8vwRPkAcXGOC186uDYDjdJgRthtc16lCC4vQ4t5cC+T9fIIUSedGkbjIfih4W
7XJ+trIzsBXBDJbOQCLW1Lr+QzpcSDrgbKRPpVWJ6WIYUxl8k/PCtFrJMSBovDHr9oeIRTo/yWDZ
HXgmSvot8fE+sC1qFNWDDUeXoD4z3ZZm63drp/Aie0MFKIaO1VD36SGYRRz72zg683lKHC+Hskvb
tXZZKV6gnEBOWY1DrbtbqvJJc0ekrnycUSW626byrXEniiZUa6/C4XTTkRDObi6MN14vLlJAVfdd
SFZzTWnw2c3S+WcYi+AKGoTJ8VepC/Qn87OtipgddtPcu+FcHMrJQyoTLjrV1vEOKdulm0pCmJOl
KcpNHszuJZs5riRL0W3oyroPtuW0P1PthgwfP3b3IoqqW/rY2W+zrPs/zRyOMV/VFGzmrK/u44R0
94uh09gaysqpN0Y6EF1vgNSFkxVMzy5xxIcmKbet9Nt4k+Lh+D5CaPwGJsB/NNj6btyWoeCmUbVJ
DJh3OtaeTZymK6/IEG7PUHuLm2gxApOJibHufMDXjDqwKOsNouKWOHSlDhyrasIk56R4KaPSYQLv
AEPtJmEh5SJk8Yc128nByEYqAN7gXziWPZ4r1BtrxzT88ykixi8cU/c68ku5daYWdeAIiS/d2KMi
NzVgkdzrLJofothwBH2sXJB7WVPg8mZ7PGRUCH/ItiGHw/XTG76g0ti45DLjbILA8HOw/Iy6Ia0o
mt59ctkCu5TocRmGtKXj3F+FnHR3vV/56RarVHQzU28FyFg2tFYVqcEr2yyhEckq0A/IPKM/9LKZ
7MyeE1ukBVJZSsqEPNc6kuuoj9phheLShkyT5OdDW1rNpkrjiCjpruC1mmQK9nFwRtBKttipum/O
bGYbooHrSwnZ4cwsMppjZvCsPIpbZ5MKCDd3zYJIQkhz9fM0mH9QcSXXZdc/usok07cv0i25ONUl
/dPpZiyjdFwbdh3fFy1EF7deuAhUPcnKDAh8hShA28Uyui8ENns/pmwoLk0kFrcUUxn481DlO6Fq
gYq3Ymz4YSxhsKB7WXNrPplGhQzOMhcE5jrojWHnOqVTkHQkquhFW41xTuNt7fU1ocg4qup9NA8N
XhIuuLE9xL9omdlLpqN6gIygCUWhBErH2iPVmE7iQfLM6FZz0L+1od2hAiRO+WoOSv+MA3L2RMcB
bXnaSYpseUSfPvDg9NmoHi+SvCu+j3HPKjZMUfE4lJ57Hc/J9M0vK7klbqBbJRTon3MThGoXECyL
Nr2mYGGlIo523UAhawWb7EIZrORTLp1wkZnXm8Eo/xiu7BHjlhgmFonQ+j+jwUSHnQbJCvYPddEO
kT/ivtidgE3W7NnCoDhPYopSQCIJNfXQzn8uHXqrzUHaAT/ZeQ2ncCWYg2PmaM18KfIyYs5NKmZq
DCXqYg66/uegJP02od0b7L/sLD+/7FuR1OtlAcqDIEDAzc7t2LCZd/Go5qmloZ0brgdkc7KDTUbN
mylVk827cvP+FDfZfHWavdGx+J5wPLmwojFf28ehCXXj+IR+0n1ue5tr9JCc6EMJJq8VCqK2htoy
dF9GkuAJ0WBPjRjCSw40/Tnx9akzt9tocsTLlDU+2FUjFhxe3WYsn5VslXHmGFTMMwozSwoq7Wb2
0KWykz9QSSaiAnry0g4K3iQ16MRsf7o+xopdR8iTycrs5/qgsiK/SyhrGOsqm63r3iy7R49T7rCG
AqetO0I8sCdIQYDVIep0323bZJimbTqAlNuYqLHR6HAwql7QbC8KEgPA5IoMcwrFNoRe3HcdHdQq
aY0zEUwpfJxhqMgVd/qZ1JrcuR+tJOPT4qzwMoDnusOEsug72VrtLIPN5boKbcveJIiO2RYaGmgn
Ej7hbABkmurMi0VPQB5MpTMnE5zZRqWofiDyKc/NFP/cUve1nhE+VvkG9KjxWxMrw15jHF13T8cq
/uYQgKr2cdJ7mEOJRPyZQb6Cu12P3UKJg2OyTfoRYUCFlHjTllSiOWgW0F8MqmMGKdxWB0FIt7gf
aj+lcLxAkC78OWWZ8UAD4lbyagQvoVsgrS9LEJRYWuN8H+oGwVyBA11vE6eF1UjEd0ZZwEx9pm9k
MwqeWlef22Ym/F01TvNZ6U/i32SH/xehnhChmgJ15v+tQqWn/IOl+G8Z6uvf+B8dqun/y+ZYTZoW
MAaf/2DKGX437X/9h2n9C6Q4kBnHoikLeQT94b9lqLaDehXruEsWEMV1e8G8NP/mx8t/4ZllyTfh
Jwik6vKfyFAXj+tfM4+Q2EOZeph4iL7BXX8sCs3QWBns6tdRSeHVaYD8hbLpT8yqr7P18WUAPVg8
Aky/BG29VRRmA/7KIrDDtRub3b2Dk+upQjO2uHWq+p4SYfdITPtwAcmqFKu8zZFc98I3kIx64wRv
YHaptyInQ/fIBCzQ0dSsrY7MjAsAhfpLlE6ZvkgVFCk2ekJd+0Mf0TjIM+ZTXGxJsbUkKomVbZnG
Nx2Y5sPATuqpT9Ox20+DWyUbnCv+Q1zA+qcFpgSWqzy5qFKTb9cmw/3G6yz26X+NlA8UskfrzfL8
cemSoWLTxreJE3j7YKYgzZlcaRjPwbwm1vranb0HO38MFePtf4fkBxc6toofX+joDcxI00wUTGSZ
hN3zVBbXVUb6H2xAf7C2Jjxvjy5zSybZ55c9XsYZ1vi8GeTIgCEgeEdS0jCOux71DWfbiVy+vvCH
LY3Agh2KG+zsXuOcUq17Shm6CHf/Gm48TXI0bYXCWiLhRgT+9qlWgsRtes1U0CxgnYXfx+gPli7s
pOUtGY9NvmpcJ0XCIWdMnW2xHyeY/tnipf7899tHgA6J15CIZWRspgdMCqTU21tpdI4ukeYJFZ5C
lZseZ82VsqQcAajh2mWTJkD70WD0r4HQDuPGRmF2VcUJBNgQc5/eibYTlzTAWzK6gnp6RhoY3NtV
2t0RHu5POHZMPM59Gi7YVlybmKKTbip3kJswKIHwtq4a/v+VkmV84UaBczsaVj+stMVaQknbVS/L
bCN2Ao1hv7Jq26GzVyTTfRn2JmVEE7fo2lXUydip0zSmZS5GqtBN8r2i1lWdmCyWkfjm5fHESCEA
UOjCVgEl9PaJ0TnipDl1GORLr2NldKqnCUjvC8mV04nRecwUeX07rnqNQSN6lY3G22uxFjfYi2Nj
1TlQ30u/9RwQqR20S6OMb6mftmuKgAY1WymIIzBKIkGr+k4lxXxAK5lT+xqM7lJZUXE+IWvcFlaS
bEb6n8mJMX00UbzeKYh9Ql0ZRouE/+2dem6KcIHj/HrCH7zXqGt6coiNeMOEWd5n9lIn+nzofvRw
2F0Sh0pomWNC6Xl7ScxDZUXoUYjV0PXvVeZ6MBF1TgRCWYcolhPcrthfouygJzy88Dz1xI4xb8yv
bWYp4sUMVMXVHKd6NeTLJmVQun+MaSpgz48p1ew/v+OjxWx5RgQHKdwebIWYdo7k4DMdlSSweZt8
HPeVtQgrLQWV88SreDenkW1CGsLC/cFIoV4Trf/iRkycSZ0M+sBqtu3ppu3GdutP8gFVRXubSRo4
iC3bE9O3+cE8wjfhMaW55CMhoXv7MlToWoakYrsS+AAdOKQQgvfKrziQJkVXfrPLiWrQAOMfCr09
Zv0eP1jLmuJYyZd//JiBQ5H9xRYEl4w4uhV7wszniQI/VAiIb+yAsFCKinefX+XIO8J2hMfs0pKj
GyLRpB2HdGiV4S1RpbFK516cZU6KAzFd2v+RFcDZjUPb/t4PHEHJfLcTajCjZhbU0U9C0OJreL30
oTovGNlPR/L685v7YKSxmOGhAR6y5JMeraYkMKRWZOG8qDLs55TajTO2OOE/v4qzQEpeAXzLYvb2
nWPYNYDFkx8Rciy7pUlOwbqU1vPnv+WIubc8Z75uGBjo3UwsH0efuevBjJxHnrNpRXpnOE26r1pT
HwJUjdejk4YHy6YkMWs3OPv8ykd7ktcrLxtc5QmoUcz1b38fldpeJS0DiURARFFxAVkQFa1j3CV0
3zdGOxZXAsHzV3eiBLga0BDdfX4HR1aX10Hm2JZUgtgbPq5jDlkTVqKzvWWxGSi1xAa8pRoq5ipO
neQeTEt2wLIc7psO/Zvt4rJME7NDLkAUA9X49pwYdlbWcMIn6TVzf2KmWb6ko6WQL4wXRDUCj8sx
8qozMWfnsYdkyq3Nm9RxuruwYRuxJn+6v/QyCqgnvrqPBsNifmNiYxP1bpkZ8xHQvEU0JPOsXlW6
mS/swShechwuCGyo+MU4qa4woE9fP38VH8yqZIyz0yA10iTN7WgwkOoigMlaKBy6iq1YjWvDLAdE
sCF1J/QlDvDipgpOzGUfXJUBiClauGxO3xnURhnWQGDRNbxKs0Adh9+GHovvtkZaAmzOjLt4Pfaz
3n/+a1+Ti49e7RLd4/B1cwjkBPh27Nc01YbOqUIU7bONMsXgS6DknFcoUIoAFaYDshzGSm+elx14
lXMLDcefCcw2bhZ0k+Gh6oX4Q2R8Eh50Gi7ej1SDjejAC5ebmBzOl1hbszz4XdXQ6gh7IL3Qc6ps
y1EM5beZeR7tTFuT6DOy6TkQmq0mCnoayhCFaqKCG8upC3oi8Pl2UxHrAzO+P20q5TmP0hutbi1h
iFx7Udb5exP4LzNuDokb+HmHrWPEFQWnf0x9QJpjp0a6V0Nz9fmTPMqXff2EOQhb+DLZaFOUOlqO
oJWRXyFmPmHsMRdBOAzbxMx6i51sEQG2oKOaEMS5oXg6XBrKLi78aRTXEIjtw4S66MybEOEnkeVf
V62QNz1GQ3HiQ/5gvWD6dl1mWr4reTyTT5LwGdzC4VqK3PmVMJ2tJ6Pqv3/+KD6YT8l6NZnGeBwY
VY92s9jcxom3z8YrKjlqaA85qByckK54K+j7BMV0aSLHB7fTeuM6Tt1TPMIPfycBpKBpfcm6uPz5
X1ujlsCCeMLst3ISw/xqSlqYCfHapwhiH3y1HKUo1LoQTRGOHP1QDnBo9FRGOaHEa2BT5l+ZosPe
Fth6NxFmEq2QsvtnhS3kXsk63nnVGN/KZobzHqcQj/RU508gA/tVApZx7ZsRmogpycwTJ4z38ykf
uU3RY0F9Lbumtw9k8tEco/picOYua0RuRaTbiAQb/BBez5Nvnk1h8jy2wjmxtprL5uDtBEMDy1w2
7lwZAc3Rso4Bx4dO1xiEq1TqgM1O3eS9X5yJKVQHyA4ooeLe+eMYiB01Kb3niAeH67roio3Cra//
8RfA7dgcXngabM9fb/evkTGZUyCFrtg0GgodfTHQ3J5AOX3+BZgfPG+GvgLww0MHbL88lb8uEwH7
HtzFOrdQvsg6HGhR1dOIXLbqEV+YOQZNDvzfZpOorjWJVgm6MI2vMxaFvcvo7W1xsSJAaRKlifpL
ohfpzu4+r2Ibsortnfhk3x92aX++Hj3lEhh5HNg7pLEu2pbywDAUL3ZSADenPI3FQI0o9D5/OO+/
GlzOi1/W4fRivYtmDjXmanPi2czkLNx0c52RDZVZjwBqnMe4QD+MfsR5+fyiH45DghNBk6IIkaTW
vn0jjabsViN6ofkbPbrEci3dZWZnmQoAJ1M6R1tDR1DiOFIREjOTxQEeAjogwckAIZRTnn9+Rx89
ck7QFDspL/B1HK28uVWM3cBpCvRZI3ZhNVKEMkrw5yuMtsGJ/dRHA5LoBLKwJXUgJuWjzxDjJXUB
n4cuc8O674YRMYCVjFioV76I/BQLiwH82ecYPhzCeBF7I+lIkE9nHiw8vOtESwGwjPfkIUXjV5/2
IYnaTtQmN35FQx2zqyYPb1K4cg+fP6kPPiZ6xpRgfPQFJLgfTbPaQO2Gc4rox94c7vokoefkTT4y
/L7eFxh1r7A2w12iFtecGKvvlzLmCsocryXzpRP4dtSAVqupSpCH1HlWA0qaLdhTm2iymIXRx8DE
/KwBdxsq9VtYw/xl7E2obJ///A9OoNwEXSNsTZyPWGve3sSk0mAse5ObsPP4y1AlimoLwJx6VI+g
cZtDP3scFYTVbrvZ6L+WWRXDMsXj+Vhh4SOjEFrVISgjcWLP88HTUfA+KZH5SwVZHQ2qeCoFBN8Q
7mdozt8wFCcO5jVpXsXonuf9QOso3I5xRTyRP1nxWcnhonz8/Om8X+pt3utSuaZzDEXh6DMiD63x
kdqROxXY1YoBgjtrCk+dRz74WB3J6dQDnusuw/DtK6DpP7WorJgfXT8sV6oinI1tpqtXBokRJxbr
Dy/GqZSKAxpMxz7aSeaaNqztKbAvRV+s4jrxfrS5/jrI0Xz6xw+PAidPjX4va7R/9AJTF5SQGS5f
FprFsyjvekCxWXyi+Hycc8pPsUE5SGVSNoQ3cYzfQJvZT3a3THU+Ssa6nIenCEGxdQZ1t/nuaBnJ
MzeV/mbKEGrMoZmUOALCX3LouhrAQPbD60zqafDr/+gYwxFy5rhb849ZUNgQFq8JFRLZwz9/OPTD
LI6DLqQVebRiUFVU3kSyBhFunrmNyU1aTaK0T0xuy8s82h9RJaReCIIVZZc62pmB5qbsEXIVI++w
LjOj7mPZmI946d1L9rHNiZVAvq/gAdQQLq+BFhhCwKMDLnlURsNm2FhxDshXJfC8Z0mg4saam24P
8AFljgaCST8wBQuZ9ihBRnxa8WCREAV27KwbVI7t1tMHp/HCXQVjcOUvVLXCsC5tv80bCJpNfWKz
/cF3DkKHTx1JBKgScTRUEb2OZukGmK84LHEsJZ3JwDi6/efvnC4pawzdIiyoy97l730bQslOIYtd
fAHqvJ4xLrho6E5c5aMPfKH6KNZ+vu/jBQ31aGwPAbutpgj8TT06Jdha30o2malxjnz+kz66GMoJ
kjNQkkCYPRpg46xA3GUTdv1IR5fxENdnRUMtyS5C/+zzS330jvjEQRMwobAwHL2jxkrJ5awYWrMi
OD436+Ysa7V99/lVPtg/grgl1NzmfLk0Z96+oxR+WI3AgQEcu+2arX69K0BprfPmfmzyDdqv6sT7
ev+76M3wuXi4AyQnvaNRoQAQlMBIQ/z0ZUkcwFjewPcfT4zw9y8KwjEYaIkxaTm0Hs03ppmbVDhY
yXr4KTthuKhJ9Wy6WxPA2v7zZ/jRLyL8lW4v3GtWmKNJAKN6HRkoK9fAmsSm8oyKzMrmZMD1+50b
FTwYVYtwCuDTEvHw9+eUTtEEeCknwq9vjJ9AfcfVaOrwfHYq/McJvJsmyWrYDmFyPZByeKGSqTtQ
brZpfVdYUBIH2U7d/UyH3H8YgXZd2XJOnhqBM+bEVu+Dx+8g3qTED9WfGuzRVi/rCyvWPsOqaSMK
6kZBZ8Vt8RlkViC/ff743w9hqgUS5hZTMYfi4znYRlEXaZMKCVpRUk5xW11OhqPXBGGNy9JXhw+x
NyAP//yyH+wk31736DciIe5GFH4UckPqmKq2fiSk7O24lXnjelp9yeiJknIxG2fu1Do3fp/+0KmP
IXZC0IoxEZU7mOjix+f3xTr3bhXkxmi0UD2jS03b5u1A0Q5w0IkM27Ujoqq8a0ABGo+inLPsvA61
Sh6gw8qMKJcQaSY073pdw79IUF62gBpVSVzrGou2uM6dMoMbEHVooKnieg+0+ZCV8eIzdw9cQT4l
qkZy2rpjTbe6Dx2DnbGv4M0mZCEWqJCJXKQFAJwES6ex9hA5s4Vu/Do97/2ZnG3aWbJaEYqOpApr
pplssEVZHA4GR/xuVKHuO59z1RqoWXdHkQqeUh7W+c++MOPmou0UwnIaSjBDg9Ea1Zq7xH5SDQzv
y4zgH6LihqVx2xYyJ2u4SqZnmLZZtPVr042BaeP/4DnJ8oLaIUmE5PoY+Sad0+HnKIHELFSVEZdB
5atLxC1kLFhZCwlGAHS+Q6Uy/IZQga4EJgRxbioG8bUN65R8WwIxk24ruo5tFZrt6VmxWbgPzC5f
DSCpqr0V2QjD9FzYOIEaS06bQfT+3WCGcbaNEI8CGu3Z85ve4CL4LjlMQ4XoZ4v0CGl9A0ls/2ow
QkqUr70NCHzBBmWq7+F158ZmRLxNnJWISTQOG/ywixFj/lkBMXh2WuDvSW2tFSHvcLGakaOgZMe6
qvFt+GtTW67eqTyJ6E4lNfHdGgmBvzLNwLsfIno/nJeictjH6Nv7Nb6dyNpHNewyPSTj1wahxtdx
0ndWRVAjaNwak3Gg699Vg+Ux7StCXX1jvp2zpEjXqLfVLw8QgYWlmdi+65KOgt7kUhBtZKMWbs4D
i6PjWktH0yCHuPzF7Du3XWVuYz7htIEfUecuY8dNSkKJiiAtTWyvQ3oROLDY1vZU4xMGAhoOh1QP
0x2gTuOHqB0I97HpGc+EOHs/k7K2MZLjbyEBdOl6457DVC6CwXbWdjq438nFcNGu+8V86zr5PtDG
lEJ5cuZ8K+JYf62qDJc3Ctsc8xmMDfyvHNpIIcQ79TCRSyKJRA/NywFWMGrqUbTXPXmPL2mih+vM
dtsX2BJFcuYOZnJWZWwF53x0GJ+m2TyAlScprqrjBVg6TVCoUms0L6aiqN2tcjoSZUurKKOdg8kF
R4wvkmTroATBWhcEeP4nv4uQh7exwIFQlcEPe5yhXeOFALkSwgwK14w/vYp0Ge3JzCBsx3dn9aD6
xRsx5+QZrCYYzCQdo2nM9kmX9L/yJkExUjVmuplxB2BTJY8vJuK5LZ8yneTFJoNvAlGKRuVL5xKQ
uC7zuCY2PoRMscbxaxPDQSdIo6v083o7OvGkL2IBZXpV+easD0av0uU7nKzntG7IRdPmhMUqoLO+
iMX6Pyno1y9mx3lz1Uk1dPBZm+HcotPrbmZJyPgqGXT8u/Bxdq5cYQRfnTwsLvPJA1DhD4H/XRR5
/9UuvIwpYqbgjYZ0HIj9LIwqXccc99Ra+J2+MTJd2IsXuP0iIL9/7ZYyRYdOFsqETbA4buBFvhy1
c/skKsAfnAsUETymmhaogZLf3D4KbmNm7Q7wVdzdUxCY7/wpzHJGns2pKK5mC84RUZBglazJ7s8r
zwZGHSMEr7CW5P5N3pAX3zZm1GMynoctOXa2swljY7gjMUa9VH3W3IihqKGBYx9+Gaolp9Twh1RQ
Ga+wAOC0AN5dx+mfrlbieUoEUcZg6MI71FygBaB7k/jLV6x4xCVY/xVRiY69kfRl7vFJU1Y0xx6F
fhI37vlYzsQd25XdXYGqDZyNsnEbXBDRCSRFJHH2JbSGyiP4o7S/mLJl1nOqNLkX3iLBR4gSrIMA
aT9apvQ5nrr2wZb9OB+wV8mSIgGlzRWKqvZZRHnwOv1oZnUmitolIHYVRmJmfGDy+1OManpukUuk
Dzi6s69M3r53KWyOyiug/MXP1gnS6OB2BuLgHhbKhIQrAyZfzXqHQcQZb4lfUe16QuEmb8w+zxtg
CYNAxiwsHa4SK4ymdTLSBVmhJtGXwMzqS2TK3uUQjgYWgrAiQKGGpQfpJe9ycWboJEMaEzguLxds
7Q/qwZiydTKEFwGZO/q8S2TNSmQ40HpADF63Wc1a1SocRwfc1xDBEitIb+hXQ6tBSYQmDDsajryI
2iScL/TM1qaLlXvVGSl0OQxvI91VY5LFyoewHyGMDpMHDXbsnj4otsXWSZtoF3mtWWxdQB2PgzfX
ch+g3qkTVNYZP/M8HPjWSACmn8mUthgGvLiUtM0xOm4KRt90CL3ZuEbojuEanpnzUkUuftPCxM5m
4iSBINVF0UG1ESU1sNj4UuzRxMs6R/U87EUSVfeYlrx4xzSA7rx38woNUmUtvvLMDX6GTLBPMwf3
X7bhpgJEvsCOOzmDvG0dWQCEAyMmtyxLlbPK6S7F69zPENU1SOSRscxq9vYam8RX6S6/hlicHuiD
Obm3o2nSix1FgNcVk3wkV0Xgisu6HAtjU4I+vAknrHJrvAOt2MupHsJDZ/b+1x6TZXyWVPV45TEE
kJNHWeFfA7XWGy1Brm/0q2CoUbl9Mw64TmligoBZhejfsEWXYibNKp07bxOYCm4fQcoVbj9MAosJ
iKInriEv6y6D2PV/qdodvlHFtDM6WYH74HtzAuSghj69sqpK/2AfSN4VjBZQnn1vi35lKoyvsEVY
KyP2eeRR4E+NVw60FXhRhsdUG3S+JO7IT+S103T+jZG07X0ZRNE1RqPwJopMslHyhs9VThaebW2Z
432d1yjTxz6xU/wy6BihajYTKRS+V+J6gbK/AULEIiHMOO1XJZJ1ohBV39yFUya/pcB9mKVw0uKI
6xz3OsOySF5TN9DNjsSmKysfYJNj/OgkPU0B+1yhfawsSHUsmrhy8zDfyZhN0s6yJvOgknrAJCEN
xC1Ez8idS2+6uncaMZJD28o+vOf7iMo1wMkAHqtiJiIezPC+kVoaZedlQvzFRWaTe7ry4m5KLvBT
1ehUMpHVJDpnSXqWKmFfdbkuYJK4OIzXBpuICkNgF9ZXqquCivVNAw2rVOZbm4qELBBtxtR5e1fm
cXlOtlQqqQMmBIwbcCaTvd/XNqKnbmpXvtGNj1ltJA9FTELbFsLHArQn1EYREpzXj6LA6UM8sOqB
CpgpHMSqxe+1HVVC6FvX++kziiibPHK/EE8KP94XVZB2eS5dWO3F6JrzhpwGvWtTHxV4y1C5JdMV
co5F0PoBTuyQnHt9N1zllMloU41ICSCzWF2+GeY+hvw5YhHfNk7jLhK0ykcxEwMLz6Ej6o3lj4zr
SRnuZToKUxOf3Gj3MiNtjDnQnrvFN2H4ZLwOjX9vQoHxdgX74l9934bubh6zEBN4pmR+gCeDjjnH
L/mnd5OAe2N3cpXlk7gmZnpeLo6QYRMNnvzJcjk+8TEp8ieRiN8V1qCojZT6tjSjKDgDzlp/E6Wf
36DNToOtFkO1L4Y+RbcgNf3JpjT7cQ0CAixdF9JFpx/QXDKXtP1alQRMX9ZzZwA1E4EJ/LAdy4Pr
FAvNHR6ExrSLXWmXNZPb7Go4dATJo0kjEhlnOlNSGprdJtETu/8yyMd1TRXOUau0I1F6RR74jOO+
qa4VynXrEM2TUa5av0n1XTpEabmFNRj0m9Dsq2oVmJUG7BlZ9nRQ1sTf/88QEIQVdqh5CsVuiswB
IgLCtgdWQMelkScqnB+0+ihpEG61OAqQtbhH5Zo0y/yplwNrwKRKVMjtry6yOdsReXOOXzzgOXiK
gvMgXhpsveeR6JvzrByD344zRv+8quPQcHdhGMN5dhYLx98lEPBYApR2jTlNyWhf4sH57aZ5QJ6U
HUYnzvfva8mcoj1zEZGhi6KO+fZaygrYTlstP5yjGBQJMniGJmn+kLBDQo3Q8sS5/QPZmnLwUzi0
c18lukdP2qrQMJQ2ZSTboU3MSQ+G2mzMfrvysvFXEOnhi6NAyUmTQMDU8MqbaiL5vFMSrGUwJ5pN
hl+SpgNNZ5/OLs3tzysLHxVaHHTslHORo5jHohwkmoCHmhK5cshdjn3EgdQfExz8vWfctiWaiy4v
TsVxflD2oqqAjkuAfafoelTJc0NWR74ormoV3QX8OwIC0jbxNwnk3V3jgn+JPaub19Xicf/8F7+/
NoN/0am6Qlk+7Yu3Y0CGoIq8nGvXuDLPi3TwDk2vm2+NzH+wDQ5uR01xoMGFfaLO/P5R4xtE30GH
jKY2fcG3Fx5jw7eKQbGRMYbunPOOPrdEUBGQ7FsRMJPsK83w5MS3/n7EI31FgUNrFmEqUdRvL2rU
pp/N86sGOLHOMbFwMpjZ/BQqji75g2z/+dP9YMQzsSw2SUuglKDKcnRBgUGwKpFCNkZR7Io2gR1j
k6Azj+wxWdMwU2/c0Wal9Dh/2xxIKs40SDkjSDnYfmdEuufm2KFNsmM/Wg/SZlf8+U1+8FBYBheY
P203CWr/7T0OWAPLSAJpMvsSLzD0Ghz4l1Fi7URl/vr8Wstbfdu+Qn5tLwMdqQsi4aXQ/FfDZDBE
pokPQQLVF8Ul0JTaOAAe9p2tFblKrlvSLZ9BuBghxSPhQ2fzPKI6P7+JV6n727vgjVCc9ykdkhJI
KPCbu0Bbp5xwkZSQDN7q8wIIgreuo9h+0GY93BtVZX4fg37ONjnLjr2ZLMnGCm+F98swBObPE/fz
vrzuiUXuhHsYfzjiyrf3E1seIQeLZQGgs9ziVbWxALHBKOfUwzJaUNTWUbknWMRbwYedNllnVTsY
rv2hJmDpW0/9b9uVTbD5/Mbej4zlvmg5IYLC0XKssa7lCJWzZWRAnMPmOSNpcIkW3YYhqbzZXJ3S
G76fjJC00mfAMYK8lWbq2+fQGr2oGIj0yvPBe55oT63itiXPr/WXI0E4sbtOUsqLJF5AaPz8x37w
ElD64AxgRCytw6OX4HRJYpXBhLSVEBhSchZqIke0E2Pvg0fKyOMjwBSDVfKdss5xktlcpIaRPdtf
yM4UMKtmc0fgUnPmEcR3yoHzvk/BikIDjA8FhTItnLfPNKUuYRiKJa2r6vBGQZnd5Enuru0Wkdnn
T/CDS7n02HB4Lh42YR1N6b2WtdnaDGOEtfNmbptkS2wPJb4qOJXW/oFGgCswWNjf0pPmh739WSGJ
p0kfCRbpMdIXTpeXzxh5IEvMIBeuoj4ch1VgDM2l9o3/pu68luTGzmz9KifmHh3Ahj8RMxeZQLry
LBbdDaJIFuGBDW+e/nyo1kjMrDyVQ92NoqMVEqVGwmz3/2t9S90Ns/gl+rj0EFWqa9lSMO7ssjwY
NaLKqlNmnxJNsLE6Q2LJSO3hkKF7vbAYnH08JN+i+EVoSnv1+Cf3ZD5kYchooliVvNAx6q80CIKb
WJ3n/ftv4m3nhmY079pFU8gQZid5ci38cWnmFNGa5jQJcXWXkhvQltX4kwAPkosdq8++Fhbqo0My
GiFdJDIc+udKRGnr13Nd5WsnRwXm6bQsxIOMyBy4sPN4FUQczcLIJBwmYc7v+EVQ3x7/Rh3MV5CR
U7omwsqaPhMKHGrrAfuGS3ZWPI1eqPRTtrVA3g8AcIU7PSEgapAIpyRkjbZJoh0iiJpWBVP8ppJw
mFe2rMipciCuQl9oGuU2zFoBTiStwIBURgA6Q2BIWqJpg2I45KZe33R5TORxm4Wj34RqBPuXIFV6
Dko6ToR1i05cGCivy9zJrWMOWnrePAECXU7mmiDIOa6WAbsutnXbQalIQ81UJ/1G7UEvyYjt8oRg
V+xzXjoZmdywpg6lhypwusHYM07XVVwqi6Hesh+bzk70b8Asxkc9TqYfNiygapW4xlyurZZXv2L3
1X1LcjAhK7U3JoKixjhq6CbG0eP7H96bSZSCJUcKiFFYIQz7dDtZwaRO2W9GawUAPx0o017Lehou
aCHfbqvQDHA+IhVoMYEzwR1/OjwpJwZGhRC0C+R1kncuXD3yBSMvy416GxMVNz9NdUA8agxAbVc7
SdOt445U1V7S0VxHhekqXji2OLGpdATC750xmS8omd4+DUxvCGTpUwqXQOLlz3/b7VjUtrWRNh60
GFJAQsD6K5UDnv+nz5yBzjTo4OpaRtLJx0RNxEwYrBSRIjukCI5gYN3PSSwvfLXLQz3+aFGFgPnA
QsYhmSd/fDcK/71ocijGg4TvSVKwtgqolPhT3hblNglHMpRrDbx+MxrNoTbj1Ny8f6dv9gfYBHie
WLIRP6lvRD2DWvR6NfMLDJJZN42hwljFaXZNdzbsKeG1RPQpGhng9AXv37/0m3WbS7vIoDgnoYil
B3988yOt9g64MP3UoZrXA86TG5Bg0EThgj2MQZpfOB6d+XSWU6i92KdAHJwGbZGCqCKnpdgCd0Pd
j5nxc8Jjf+GNvirpjl/pYtrmJLR4M5cd+fFdkRWqtRmo4nVs5ebn1KlxlxPUTWW/ZtcQ+UlDXrTX
KBFuGxq/Re/PWEcniRKMpAYLAUap93dlDNdJgeLRrgwaiFeAIctuR2ch+4yaZPweQFNjHiihZ3mN
GOYP6NfEbWbbrb0RQ2yTszWXkH+oO8PEkpqr+F2a9oY3M6YsBo8yBDidmpxqm2mX3V05SRgLGYJI
evxkUD/GaACDFyfTq36HawZIUD6MOmmovCJcvKiEMy9VEAV4rQH6xafwnBseNJPQ2LDQj6D/WKk+
iwBftVeD3HzgTDKUH0vKP9PVKFLCDbKxh/aJ7HrkmNKM0CAhD+UFDJWw+TIjx9I8UhTM0UuiCINp
bFG337bp7LKjmPXyTlECwjQJl6BT1TBYHkKEVnCHuxaON/aXYBcJrDBfSWyK9qYNQG3FMXCu/54t
/oiG8j/L27uTL8VjW7+8tDfP8n9B6J626FH/CZdYQv3+Eda3pAb+53/cl3Xbhc/ZEfBk+b/8DTxR
rL/Y/luY2hadIxvzZVH5m3hCUthfAgUkjjeGi0F17l/EE/EXAxTFJ9ZqscxIjKB/EE909S9kbcy2
FNkMfKoM4T8I3juefLkCTnbOh9Q8XGgkjP7jkUo0AadCNbEROixstmSOH/oGVwJtipjMjphuuzSM
YFUVaXyjdtalhf1EB8oPWKZepJQWKmN+xqkxBxdrXETs/df8UuVJaXARt50wuGox7vs6r0iTmgAx
GG0T3xLUiVCJbqHrz07vwDJRlPlqxBXxKZ+srwEwNyIoR334KMKEHGcFFU6/QeHgowZoLuy7T0zo
y0+Hncxek+dmm4t78fjZVdZUUltArmNZ05jvJjXWEJ7H0qCyPxEmPlVAUTcQZdDMQ00U8R64pZZe
EdbUBBfm9eMljN9iCbZIwGRYxOjOL1id37cESuo2GWfckbYRSDNgj51m7dBKUICQZWqUq7QIRbJG
IeMOQAJV0Ja/ffT3f0/u/6fo8vsyLtoGXA8f62/L+OvTWCSDuoUKHnDpqTqxmqYGwq8O6zUdB6Dm
fecAnZq6VN2MWpR8T5zW3LAsET7FsjaXm6Lp+2BXuzmFslHmMW0Xs+ynjSCFmDArRaWolZFi5m6N
uEGyJNRhuETXODnQLM8NRTXDUjcYbjw9xu3vz439TGpp0LnWFYh7FBz9jEwwH8kdSPUM+QbRLm4S
HdTA6JX7HB827cS+K8ewXXWlFXxIRTY0fmtkQE11PKTkNiVkU3268HCPl+3Xn8nnZgne7lLbtE62
CY4bW+Ao527NSErJXyWS6FGty3QjiZVCfSKqliREwdKwS2ZFRLdyHqNkS6CkDCi5zxVHkJlNFEET
FZrYuNEHcWFT+upP/9eiv/xGNm8mQthlc8qzPNnH8ZnT6y1FuXZLM6zvskoHDJhE5D6sugkMumfK
qdzkPfsA355yBzahk/WEs7Al38Hgp78ckj57mAmc+d5EQ7Ux5JgOVzQIvycVIX3Ey6T1h9JsK2eN
hbhXiDNWKKPVrOMquRiIv/3OSvL+rqYAbNLaFFbwNHbN8GQHZkY6HczTxrO63Akv7HhOmj3c/LKF
g5li40LB0Hpaf7HnTBRTZ2frHr8xrSxHhN0qV9WAuAHI18gwgoqQ+mEwEn+YBPgmp9ev67YOA68v
LToxlUiEfeFn2frpqMRhZlHs4eNBtL7Q6I+/78pth84xpnRF6Elmw5wcqv3QTvR52YdUxfdE5DUC
0wDS8hUwtn0Rd2XiJ4MerLCa3IMUJ1xQ68dhb8tsRKnI/jip60+d2g0f4Zx8cQtT32cBgm74scS6
r0negA5Y1+M1GnziTopxhRm4uIsxVENhJIbvUDt5u9UXQIxDUuDHsi9+FkVACqudPWXhbN1OdQ1I
U52mxFcCjlVkiRGWAYdzUsl60oz2Udr6sEFP/qsnBmrVyeLbqNZw4kReyqtBqRual9JQd6KOMk/Y
dX5Vo0xaOaipNjDB5wU6F0Y/01qBE0KuVL18qjBpaYFHpCrElXnjAhDcECSOTdnuusM0jh9m1TW3
oU5m8yxH+ahZ4WMzEzsU8kXsMg56N7BG6D46nBA3pBDJrRwt51mB8Q3cXI9ugjzWKBYF1jem0kOj
14a3mL52E4hDkJOiOIwVoS492W0IBlrNJu8br3ruEVZlfq6scCQqSnmcE3SlTdIW+0ybwq1GeOCG
FNLaqwDfIeIahg+yFE9uUKV3gvY7YSe1hiIFmSZNwC0UvWtCFewvNSimb3W/tABzNUFBoibtrB5M
wtXMg0uU4Qs0v+pn3uZrc2x8zGdkymRjdq84nIkqlImPMmq/LS34Ddv4F318JfJXY+iA/Wl0QHyq
NT+Q2JF8V2tNzghL2t5cyyFIfjVtY/+sKBHfI2WwPtdj4LzIei7atWoN/YogUuXWSKx4K5sb9h1L
JNbesudiFxFNsYLQeKXCX9pLmMaIBnkPvoFHzJsRP9HiGiMb8HsYPwxtO+zp/QZ7vczzcjskZX3b
A2xeabZVUxF3+63VDyWYYsfylEkWW9Fb0Sd9CrZhMetXbKEH33UHhKJppDjwBjJji6m62Ld9mO3m
SYJzVMy+fJJV/wPyFBq9zCzqZ3T89Xcx6Mh0AY7OGycWxaNJzdlD62bSEmFnk5JqVUbPbhFO2y5C
VBi3iFmcRrafFQ7LhH/k8RIPqrHuOEJRy/US7nNPRBowJggUDmXGjOQSKzW6hJGUIrtKR8uu91Ez
xlvE7YtRN/4SkoT2iIUy8Cl+Vd+ZWNPdYIjqWwQL877qseA7alAviYw9kXpxhViQGPKUCfZjlYRi
NU4gwvyIxBtPJQeqXikiFU9mjIwhIoKXPRC1n5WbasE+r7r0GnsMOQpLfh44gnQtovgmI8lk5UaG
uyvQ61/piJYQCanGthq674h7uidN8MWuwkaMhwHt66Z3yFgkeCM7ZMFwnw/917Yz+s2oOvXenZzI
BMRlgcsV2vC1nNP4we2DgGzAVHtwBiP6EDa9shc9ZrzJmoptndsuAPyo/oipSm28nCQ0NNnqPf8p
/pRwMibKqTf7VdEr9j7E1vWR0+T4vVes5Ava5UDg7kBKkkMGv516bd6RN8zfxohiYR1M9U+tTIHE
2+hjvrbp1AMOR1zKQ5p2AYwLGg5ZYCE/ImLmKZ3HBz1L8rtRsabvEPPbNUk433PDfHEros3QpCrR
lY5I+jGvq/S2Awn4Cxejyt5XT8prxQgJ+kiUaNc4s7VD6cHrw+LtDF4wDsU6YJ17gljyE91r98VQ
2vID6HKQf5nuHGI4nesIT06DTdGJfqCpm/d2nuMzxrnsejaaLH9MyPUNzYBGiVEb0zbUIjTVhqvv
NKHERGH18UBOBdGen0Tq6Hcp4UAcpPPxWi8ba6epUXoQgXyG1dY/FO2YHMxGUlCTqb2xTCW9xXKk
EihWT3S/6+YTkX3BdTbUYo++dPpEp6y9r7IG/R5hgcCER/Loex19Xg7RAO/N5NtBlm3DBlgZO7Dh
c5wW7W1a5725tcKyNslFaax5M6VxdeeMHGVidE+E55ph+KLGskVqpTLvp3mMmIuDxGC1rq+wh+Lf
3c04Zy+usPqb3CkKclyt+h7dLlqB3nHWjZXgla+mTxI8o2eWKOfKZrS+UKN3N+D2iDVOK/SAXRAM
JRVRIgRX6EA0Dlb9Q0h74MbsacZqg6j3CbJrkA15ZpX4iPp4j95M/bS0666DUrGuy4pVLwoiAQvX
ccQ2i/POpw5m7zSibn7Udv8Sw2reU4R2Duz4JxJqyeFkVWdGQwkzoH0s4mTXTJwDaEBBjmqg6I54
ij/KUSPeo+iMn0qju9f4QQhgM9quv4s7sZliie5Ndk+A+7St2avWR1maYoOup9vPaSm+kU6xaRwb
mArSXe3FlOSR2pMo7sFb1ls2oePXsZPzrUS+fxuDBqLdFjd7Sw5yXlXUoNaEqIxXerwUgGrinCiG
GCDfsT8wA5DVl/fhUw+7t59d96DoIZqfwZ7KaxkYareKMtT5TpxexRmnrpnvBBnmQFxRofe7fOxJ
ZA0y8pJjIV6kZQyPSj9kG2OZW5w+J/GvGp2Pi0eOkjlpNNthFNoGPHr5yMjOruaqbhscHWm4Jlyb
wgm64hVkM8OfSlP51JqIrOIytb+Oem7vwirQYl8PAtTMwWhowIg5CFVa73xUg7L+VIWq/kUZRmZ5
W0+GF42D6b1VEFCwogYV+sbYEpXAaH4WPS1jJyaGj0VotAFxBulYf+v6LHwkUcD4Ncxl+hK6MnqI
4yDdWK1i7RzaHg5WBTRqqXR6sdaIhdlbVosEWkY/EdtHe7BzNb8QVW4cu9JD6JzetMs7EwaKUTLf
WavSWMa7hBIivieGiD6pFSq7suFkYbC7GGFmbZNxhm3X44VckbkSPghRlwStmGn8k5aMuCLMAckV
Zgrzh1Tj+THQ+9bwW8jyn4ZeKg+RZIPvKXM+kNbtTuYXgL8mCIw8fex1s/pMoCbqTxjTPyNBC9lz
oMmvmNEbanqk194DRm04audSP0zkMt8pMW2pFQG0tMEYWJnnuoz6TTdO0XXepwQ3KqlK+qo6/exK
s0BmD/JEbMy4sr+KkFoh0suSv7P9c55gsgM9jXU3CdCGc0ndrAkUdpUcKGg0JInzySyRExHmDMqH
2oDJaB/wzqMrkHVuDBuO46DXg2riD+oRatlDH8sJz8TcWjLaVSGZFisyG6S1C6xsuufrSMNrN57C
YZNUhHBiaJl6E82mxYQTCqfcdU3rPmnQpH8KvZW7nsPer7Cy2Kx2Q97ejN0c3mPTQ4Dfdx2JYJAu
O+YdtwvW0SLBA0VU3ER2R45mpLk/C7UljQ+SElsemp5fWXmja0lBd6fGkOARascGEZuqEZCe15B8
xheC3yBQYrkkEsroOnG1SoEZ0hnrtGV/47HylF/zKrRHrIJF8GTVTtNtVGemyFmIrBw8SHk2375i
VWITun32sx105wmbg3JLcAP/4K6srJ5/Zqk8Byxb2ZotZgkr20GemY5G8KzODqGek67k2zrIxhLW
euU8DTHGvG1HBfRrkSIMBxivt+1WcyeXCAO25ZAjYjDfboLaPs8+siO0vlmx0hPoZbdqRCxck94q
XYThaCKb3AR0LSJnY4HB+IDreNmToMJBv0hoLvpOguzUlYxFhGCzV2770ozAZbJcZ2vio4bhkAaF
86RV+mhu5xQk7JXSdVJZp13qJt8KvYuuGcoFAH1V6dot2wO6dclkIsjmlE2Ee0vwXXaF4BHCQzUM
DiEpJP9+cuDuaqtuFA52mFDhexUFBjD27gv4EEEe1WujkBYRmuxb4isdLvwn06a+4Skjb9R3ZGfC
8a8cNscFTsd6HZSE9axHNbMfDKnFt9MwZD7yZt5WlqkJ4TcpGYimqIobJLfO14iE79EL4FD4hQWI
vJzHQ2hF1n2lBuIgRaI8i0hD8t4aMw8syZJGobGDMKHETrLtw3R8NIOapSG3tJCgdcP9DNHLxKVi
VblfjlN91XWh/jwyeYMtlP0vYiPJU+G65U5g/GLKIz6pIbQdSN2qq8Ugt6nVkm83RXOC6dfpJnPD
T9etzWj0JOgqjYKrS0Zm3lxokS1l2KOiF71Cm0MFnXAMs1RyTxqGVRr1TU+6E/0i6SrrOSKPLA7r
lqnTlVs3T0ZnlREaQNhHl1jPfTLj0GuHjCBcqyewAwRZG7Z3EMgUw6enG+YrXZvN1h+QabKgxW33
tRNjZq3J/civ1Ckk7LiNerIqyRvDn2opxHut0bdkhyEjUHfL1OJOnNTwCRPsumggqxYd4LJfSM11
nGfNJSXImxra0im1ad1ZfHc4k0/pJFUR25hMKuIzyyT8QVNxYRsHTfkyDXb4wE8Z1qouibqLIJ0u
C3pKqNtM2FhrptrNok2507IYzCBJXuMFaOSbIi0/DkkM1KmlfQwA4qQVpVYYWAG3ojXMq+QpDMhu
XxHy4iZ8gVXeYz5xkm1moPP3W7Key62dVWSiKwYw3wsl0uNe31JeJMQITqZh83MoG5/UGkMJ4CDp
+5xDFulIVV9f5W43AhHQ282cJuaFj9M8/Ta5HD5uqoY6/QOc8MelH6NwmyGOVTwLk/GMT1x+aq1m
Xpet5T6/X548eyVoJIjfUB9xLD2+Uh6WSlKGExSSRUsYg/k6VDmJHa3bG/vXS/1Rm+ljmfPXaefo
x/h/f5Rywi0etf/1/+1ELRf65/+s+a/Xf0j4Ui5dnaP/4JNt0E4P3Us9fXhpuqz97x7L8r/8n/7h
P/pEF3j6ND1+e9xv+kuPw8vPl+L37tLr/+Hv7pIw/tIsi2+JJhWKOkiD/91c0tS/gHloOqhxCAWC
+vY/m0uW+5dqwtmHv7ZIt2Ci/LO5ZJp/6cAM8OqaDkpAQ/+j5tLxd4HgGHoenRHK68tvpL90/F3I
gtoKAhNj3ZYjoKtY6p5qhrEfqsqllvNxH+v1UvDNwOLScaFuc6rbmnulVs2AhNcswFde2j1LpAHe
69Eaunof5Ka1q+xevhA3md3VfX7J037mVhnSNPNxphPRYZ8MNoT+aoMFxeC83EGdNNiPTzaGN0Wd
qgt9pzO3CneCV4OMX2dRP1lzJOfWgo2IsUaTrN5NBhFZdsBWJhmiZpOFhlizZQ791GhRepL65P/2
9Z1p9Cythn+V+V+f9O+XP2U2UKFTiMdUsFjXlUrCiJpuqmYqL1Suj+dK5H5QQniTiFZZXHG4nnw6
qjUNMiJVzi8IsV3pIrc+27gTPXxsgR+kVnqhe3H2eqzfKn00UESnYheZFS3NOlf6FpUIz61JzKsl
IbWcDZ7d6GK/4Pgdvt4egF+iHwBYo2p6EzQhQs5gdtf6qmywloo03KCHe8bFEGyaXtWuDBdNkcVO
yIvi6BLs57gp8I+rI3UBfEfPBmjV8bhUOk1tODC3fgBHfx3pHExSYTWHTuV0GGcDvFez0S8oXc5d
dJmn+HIB29AuOb4oPgRslQgDfSza+T4r2GeqDd0QVyUu3cbs9WDP3XDhtR63RV/vFBYX4lEEnYCl
TnVjAftPJ01l7SuVOXOyLc0dBzFrrVa4PFatXY4rNxTdJpylvnt/nJz5oogJMKnM2kAGHXHSeekC
1hcqELWftyiPW0UJrzlpuzjFbc0X1azu37/euVvV6OY7Fq10FdTO8fMlkT5JhCDIVSN3aD3GoX2w
zaFa04GwOKdkFZofXak/yJQN4/uXPnur9J7o5dP2Y+QeXzqLFGjYEa8WkztewKIyVxEYx08dP8JP
pvHSoz3ptv39WknDYoIDFsmkfzIFqr2wigISsi+l7m4glZk+p56ZRow5y6fStugQSuiLRCcabvQS
FY57nwQRNX4KOL7WD3Z24W2fav+XCQvNMavcawueZff4GaTKmBFA2NS+nQ9PjC9n44Z2g64cT3Tr
inQ11sK6pgmk41OjE0U4pb6hmt5dmDiPF6K/Hw3kGNp+rA9o6k7Gtg3lmHBpo/HHDrcptLD5kLLH
9TSrvARUO14J/r4Uqg02F5C82P6dvHaF5mA09Enrkzvq3hiDKLd9INsvf/5xmZqtA/aDGgV64PjB
aqx0xHmVpArU+IRF7GaASSftCTFK543U7C8J9s89QXZS9HQFeDu2z8cXbIOosmO1av2xzopNN6vj
wXX0YT/oySXp9rmBA/+Vf1G3Rbhx8h1XelhgduRlZXQNfanaxY7+1wR1qHO9cGqrzfvP8tytIfLR
MA3RYXmj/mvqiQh73Wr8qu6HTWeb7U5arlwHIrh02Dk3HbHrAyxkULPgjHz8FDlQKYQ1Rq3flpbw
GnMuPpaNk95lBs2kFFnGGiw1fccWkeMFx8UpZfR1LGJOUDlu8ZdzCmOcyaezJiumYZlbzr5xqdeO
sejWk923yEsIRIynJvgxIVbeYcVz1V0bxumGFgnlqSjIgrs2UiHyjqFN7GZGTxk7NfZYQ4NBamX2
dCkX58x2wGWdwpjJ18CIOpm7A/RAlXAB4BAMot24zng9cp6j+15Ed2M4dndIRPXnuJmKjV6MlxTz
Z6ZTUrdhQOGZ09m/nio3MnBXTG5kvNqAdlZZ1AUWEsfEDL0YrqRGo6gR4WpBXD7LWrG8putatP5I
ebZuhtk6MWf90/tf6tsnwuKpu2TiIqlYOHgnn4+kl9raaL0DJ2g3dtQ5qyghYWA2B/GtUif9CeUN
Jqa6mR4mGVtf37/82693WbthJqNJ5gz1WlX4TWHdG1IfXHATvm3a1dqsUnfNE9K3AobDAVers5uz
hvIV3OwLQ/SkYLHMqrjmmL0pky/iv1Ml16yCQDI6snV4MtZOmhBMWbBUfVvJUP6yldnaNxYEjNEF
pepTwBV3WqwOT+8/gLczBXEmKvM6BmsUvG8IhHagzWUxkROmSNszMqExUrXkjtbLtP93LsUUChWQ
Z3j69TGKS9pnXAracfu9VmrTD5oa9gaj0frj/SC3ZeMk4lN3UOycDLSB/odO0Vv6pKygmk+CgdAi
vbXs1RQ48485n+1VVY2UsAUC8EsT07mPmuVycaVQCGJPePxRj6BAptSNpF+nkYCwFDkgckJ1HehU
zEhNVnacYpVd6tD4NQrtggX87WKDO4zDhs5LXRbTkyGVBGZlIzyQftI5xW0IWIPtUWSJK9rA5U7L
0j/fFi4lIeoJPGkud3pQ7QkgQhuuLCmNdbiLK7giWQNKY42ufr5CWw257P1P6e0ZgyvCwl8s7hQi
T9X0gS7tIQ7c3O9D8pc7FuybKcltVHJNcJVIXV0Bfkj/jREr+JTQWHHdt3F+fSkTR9Bk8u22DbZ6
ZqY3o96Em9F06wfF7OwD9IdM84awb/Bet+kt2pbh5/u3fmbAstLBpgbSjLBkqen8LmRsHEG9L2xL
vzZ67TuK2XyrQ3HbCLOuL8wNZz4k1mcUp9SX3CUZ5fhSs6otn2ld+X3ahS+NcItDERDhhvOq9shB
wyX0/r2dmxOXPSbnmqXGo5/6cppMUF50isqPpOhNT6naICfAIf0YmIRqrdTM6L9VzKXSj6kBbRuo
Ya2nh4Gd+e//kjNPGRAvzmu0frZunhq9+ZNeyega+szd8NIytzYOA61eTw9oqnjvX+zM18ytLj6u
V+G4vSxSvy1Cs6PjM+j6yk+n1sRNluv3szWYO5qLD0z+iCHItt29f83l3f2ruvO6+tDRQL0LApQ6
2im0AvGwNsQTNximlXY/9GbgMXPnP96/ypnllbIO11iO5RrVxuM7S+iaxSZUDJ8Gqg76S08PQUq7
eybQe17rA38G5A1h0xakePJvfL5sf5khTI5rqDWPL17oVh2Zo81+Ww/wccq4JyGkDzD9gVjaWsRg
WBe+3zMvkl0EmF12NKw/pw4nuuh2WUPF8EG/dCvZFtWaDtzwNZPBT7Whf75anCt//qkyNCGiYxLA
GW+cLDZZr85qPlH+kzYyAPCZzm07zMUHSafky/uv88yEwEYJyyz6UuRBp8U6XULAUfD3+7aOM04S
EroqQPxdafECabLK4sKO4cw6amB1Ns0lJ5RS9clKxruyCVTPGl8kQIoSg4HBYXSy1/FiLSVacriu
tRryEPPxiLUIaNX7N3z+BwAJXZDZfEfLA/ltZJq9jbrO5Ad0c1B8oxPdXRMbT+8dAf21ROC8Mkcn
pOVul1+SWnx+/+rnHjcUEYofOjp79hPHV0+w+apD1zQ+O4wZZwEwOMA8sY06F+EcE/6leKa3BwQ0
JYtQns3wss6dWmrtnAqbCafJc+bU3sUpCudwHDVPVcaPuL71fR9143qhpWLOyJMFMYSHckRhUilO
f/f+7b+ZovgxtNJw+aqYBp3TArSaDlXnGq3rxdXQ3tQjOQSTExibP78Kx0SmQZiZnJhPvrHATQsQ
s5bjIUqeN0mbIFfq6+jCdPtmPcF4wzpKcAGNA1w9J1cpuUcxhwJTcBHl6F/qfK/V5kCzXA//+FI6
VUHxap9dntzJtEdSA1MbJBEP4XPxdWBkPDlTY+OMRuf5/rN7e1fsL13CMpadNqHMJ1OPO+YtJbdJ
ePBn5mkllbhrifkIkfbSs0bU/f7l3owHCva0fTAVwrlhB3biYTJrx0F1YehePVnfyTrvfXMg8bXu
iayX+aBceJBvBj9XWjAf7DEpoTADHQ8/6NihPtujoOsSRV5cWNUtes8WbqTZ36AkaQ54VvLIQ4k1
o9OpFWP7/v2+rTUu94oL2sQ4hgd4ae39Pv2gPpVmbGAfJ/ieMFoQb9a0tpGcfUabSAQJXmX9s4Fc
i05YXvWYlaH3siketZwme4oS9cIC53DBo13D8oM4UmkwATB8nq41g6zmVMty3XMgsH1zkIGsyAms
7kWYfZjI4HgMZNO+RCM00PcfxZlXz1aUmDz8Y/zbKRoiB6+mtBV9qAzBGAoIwrwqNWyvEktXNsnc
WBfmnnOPnqoEpQn6Jgt/Z/k4fpv53W7WO7A5s0cZjYJJrQm2D/lcM3qzrENb0ZiS4+UYDKL3Jno8
DSo43EHk3Qf1r14VVPfefwRnBhu/iFB1nc4VLPWTcT1pHSm0zNCewC6xLytbrgGxuT6j/BLR5+0+
fPF1sczzmim/s/4d370QwPRD1Zk8ne6cnzhR7w9l2l9NvVFscgwVq17pC3+eh4mAOcRLwdQ0f/7K
2Z2CdQD4Q5379A30ilrYfaED8bO1al8GRHUIYm59WXGwHpC9XJhdzgx3KomI93ToI8te/Pie4yZD
iArN0NONqF3ZZlTdaIAVDo1TKC9ao+sV5nC3esD8Nw6o+QH7XHjDZz5yOE/LdoeKNOU5/fgXJAGy
GCxcqkdNDEW12qLGD5r5CZHa/DKUbnkpq+HMcF68qtQoqMdo1umoGnKRTm4AQipV1CE6pDhXCFxU
0A8pllnVaxpBTrUqypyA0s4IAGO8/0mfeeQcPVhB4I5CIECEcDTIosREJeBAtlRgdm7UbG7n1QS2
fyutTpqrwLTrxwxW4bYS/UxqVvRvrJVsMAgz5niArOD0ARhZUiMoqmcPdrpYJR2yylID4+HoqFbf
v9czeys4MxSDtEWoQ1Dz8vZ/m1EgDGSpKx3DGxHBh14qZ90f+PbRYuPMgktkf22gBHgO3pNdmrng
S7HamXik8PsMEGIvpCm9ffksaVhJMRsSc8LO5/j3wGXSoPdWJiziUN6EsTXu2NHWqw5u1QGqr1wT
hd1vqU1fehRvN3ZUphYHHbIVJpfTmmOqs6fGeWl6Y2PEOxvr7kFhSF6AfLwdTa8MEbZAfF2map7M
YeiKG13GhukxrMSjE1Zim1SR4SU6wnPooujm3n/DbydoLsiWVaNFhkrwtDGrROjjSUO2kL+mwNmD
cfZ1HZcIb1pu/o1LLXsvpCgWJsSTuWrIOkdxssLyWIy1tdM5jJsmstfOaF+aFs8+RnYfTEhLWMUp
cW0O61jRooAMsFS/Hrsk3MR6poM7Cfq1jJP4wix87qtkbwdxh2bZUjU4/ipVoQyzpXG6E1MlP7b6
lG0YuuD/RZN8kAuNPdf0YIuTMvnj9WbZMlPrYmiKpXp8fOWZbipmgoFnGmv1upd6uh6HSL3BJZ3t
6Jdc6sacfbD0Y7Ak4y1/00zXnBJYGHUwPBvJsLOtIf/ohibnuiwo9lYs65/vfzNvJ1sKa8tgR9Xz
mkt4fH9JTmiCRoSzN1g8QBFisIkms74e5txApQ3LXumkBfPcTfctILALn+y526XxSZmL+Z4ayclw
xEmS62nG4xVycndBYOpbJE3kHoPsO8xjeKk/vryu462qQYsNcA70BEbJaQdATkNqhH1tLWED9U1G
D/tRaSydvWMbeHoDOiS0wkv747MX5SiH1A5IGyWL42cMeoqqMApnr2RqO7ihXq6jhM2TdKYAj1hf
bQfZXgLQnnux0CUWUQYnP+GcnlPGRHcJQjK9BhF9vSa6rN40aFKMFQRy61eqhnCuF+I04pi4UPF4
2dHH97+tcy8XASClUlZR1vLlJ/62trXRNBCJJAgrCVoTqrIO6EVTAk8qc+t1XXvpZHTuetShOJWx
jFAMP5kl3NHJspzSoqcIffqh5om2qbKu/KrVVgUSJS3T7+/f4Jm5nbIXOoGlRmChHju+wTRTZZl3
uu4NjaazME7xxmTL64d29+P9K525NUoFOvV2yj4sJMvi+dujTNo0z7Rytj2cVNdJUzyXsxn7cQy8
FsfIpe79mavB29CokAITdPGRHl+tTEHhzrFqe+oSwtLplCTsTte8ChuSRzJRf2HT8fZ6zEBLOhh3
SN3gVBpdV0B6LSUmpnHSso3NAr0eEkVZ5wloBoyA/YVNwCnpi6biwiSlw8venqPMaY6bzHoHKT6H
hbqYxI/RiJ0fztzkD3hM1Vt11o1vQP/6+yhKwn0suyrdBrYbbdQ8Hq5pRag0GgqCR53A+cwGlvPu
+2/77VaIFfX/cXZmO3IbS7d+IgKch9siq6oHyZot2TeELW9znpmcnv7/svc+x00WUUQbsAEDghWV
zMzIGFasxbkCuUsgzk6svz/6T/TEyzgMkOmwH7iZta/P+fh438reV+emmPh+HnLi/bWVrhqY2U3n
MEjSsbrWKIQwA+p8ZUq2e+yV/uAE3zpBWnLgDKSepAZmSP6aVyfYoPdH5AiZaDZ1gw+9vud7YWVA
XVZOl5i5UbhaUT25v8TbCyo5N+VzKh84bs/aqGmkXRrbC8N1aq4yEceEa5rBzkSY8eZ2DaEdUTMh
Ckg4WWhbm6qQZdJc5trOiCRNT9C0I4NiN9V5yZlsyka1eV4q5sXevD6L3BD3Y5EKAwheG2XMHbXs
1k6A2VlgW1SGh6LREV+Kvu8P+sc7n9Kit+joL6Bx+NLWphpYM+Is1GMK6prxdx3a8AXYdTdwFcwp
u95f194FhdiOV4PZEvkfmxtA5meP41hCFVJOFbObQ/thHBcBwQY9qqtaGDUPtTnH/uTq7U/IB6pz
hzYN01nQBZ36nqeGkX3xjZG6+H0DvuYgIN0QF9EpI4KgGAKIVhKFUupcf44qR5AtYpbzPMEmyVyt
ZiRPiV4rH9LEkkIxI6ShCYoCH5dRr38J2zF53yGce22QcnrfGNX8wWPQDnwFmNRJbZkVTstWfNCV
uPxNtxQDflP4PK4dHI4HZ+bFe69jIPwekQhRAU+X7mxuYm2C6inCPj4LtfxSQX75qDHJ5KP7gnwh
SkOnuOj6ayZqhnCdrL8i3qNAPyZctDr06AxmpD74mjeeCF+n87gBeAHujcDt+mNKjFjJuJvpp6MT
P0Zl1g1MVFJBhNfI+GypYXG5f772DHJdeABoXMnCztpgCLUg82yK6VOChwMg7oynmkGrwMnL6rEe
4qPzfHN5TKYzpCeXsG/Y8eWfv3J+TrMI5PYSy0etZbw08MkATwCPsIzudODyblIl2fCTVhhHgIVv
S/VP0KukAxIq/jA2FnNPVIn+1rQGIaaoF/TsUYPxCmUMUF16I1Mvzh3TRF4v/8EzvnGBCslYV9SN
yQCmcM8O3dzAoG/tIxAhPt/fwJvoFlPcP8qADN8xgydfm1cf1OjTllIUAxd2wpC1EjZIWNEYDOrC
WU6MonZQds7VZ0ROhsCNiiNg+W0hGPuQ63CFmBigT7Q5QDEWwQ2l2F9iQuxQRU/J64b0oUZZiOlQ
+udJwD0Ku0uijdpXhrHm95lTNw9RFo7+/Y8hja0utPwxgHqY8qE2TVt7/TFqUBCag6I9o8Je4Te1
5gRlVx5NO+7cGYIFjpVr8MJRGVxbURtEcUIHGS+w/MNFeCVK8YAWT249eEFWGUep4e6qyNV01OI5
U8bmE88MiDgTMGbfoKPwOCJi806g0HXw7W7CEvntSBokyA2PuA09tbEAJjJ2JlQrRvgXesekgYld
/glpBLqLgOXNjzOIo4O5xL1vKYd4NCoLjEltB0ehZaHDMzuGn2i9/QNVhGI6WXatXhaz0dJzb7RH
taF9i1wWansUs7cwu1ZvBnjsmNtphmU8FWaVnSGNlQpFCwj1NOwPvuvt7sFETMUEqAxlE6r169NS
6E62QKJp+PAcK1eoZPtH2o1H1K23u4cVeowgVWAwRBRhbcX0wiimPM0wFHLGH3QIec9G682/jLXI
AW7OCjSZldpZBzjC249J0GWQHXETJN3eZnFkQdxpwVUwvSZ/EGGbPpjq6J4TN1SfLTefLvcv+K1P
xx5MvERfUEJCT7peJl13lLA6D9B0b5Zn05nKR+HpztnTmOqm80cZzoJur4I95ihYkEtZ+xZMM1QC
1bALPfKWQWyOTGUER43ipZ7Bh9CPDrJQln5uO3SMZjDJp0gb2kshpjGwCn26KLZifFYRTzqIEW6f
UMQuGJyFJ1O2/7cetx/APMHuhoqgNmTnsGmY29d658m25qOoem97OVeU5YnuIMjceB7Uj0dFDz38
qeitwKkNtIi0WXnQLQeVsK4fr/e3d9eeJdV+QZDJxHS9vV1uaCOYUY4TB+scKQUfUNj5O7gqXL+M
u/kg/d37lABHuJnQuMPbt3kvhD3apAu15WcuJCoaTIvBDCHdWWj6UXN+zw2QmgDDJ/6hxbExlXRK
ZhslplonEmePwC4wSmhp3v4BwS5QQCSkpTq8uR/ROEdx2LSWP0YtHChxbiOEMId+G6Z/OgMsavfN
7XkdKTjC/eda6NueDZQ+GbRqGoOtXdcQYaXaNc9KhWnPtnvqPM3xO620Dw7JbcRDGY+1cQsYFaEr
tT4kWj3T/HV6xFwiDXS0knri4zRP4kFFWrSiHTe1H1HQLn41MwX5tEydftxf9Z4TgtmCEIP30uCx
WP8ABopnLwMD5s/JDCO6KmK/EE1y1RTP+0q+W5PMlF6gQO7z6b7lvftBrZYAh+cSRZPN9hoIqlf2
yPd287q5dGbfwF9TJVcv6uHh7IwhuG9vqyFA/AoYB8YWWg2Q0wJiWS+1RJg4s9WIC9l5Y3zSo9Jm
WjIS7l+jS+ILzSB8j36jhHYR2EZkqae5SMpf1GmofmhhmU4ns6hrmL6mUotgtagdkqoEcVX0ASpU
87w4l4xrIPO+dxCe/51TdO59ROuL7gHEPxQmqPTUVEnQ9fiP4fTTH5k9lXBThyUQDitdECupl6E+
gDfsHDE5GwSmDb9A2CX34VVQ3Vcx/evFNP1mYj4ozmz7ZKAKeZYz937cQN8wezZyaVTrTnlfHuGG
bnNqAiLK8yasGhJXvL3GntF5NaLkhl8vavLbbMD2AYlfq/4cc61DaiRtxZdeA5R6Mq2Mz1Ekhv61
0WYb7ok+MX9UrhnRJo/bxrpmvQg/WglKg2hQlOqE8Kkg8AbNBYNbROuF2SOUwY4Ckh3XSmsYzBM3
hObiFkCbzkthxS2BnaOYUwAFTf5lRHboREI+n++f0j1TFh1jUAn0/MDdrHfLyEVda1xIzg2wS7aO
Vo3WLbwaeX9Qn91xeHI26P+b2jyIpSm9XcKqLEtoz4Ne5z8WmRqdmAqMc4iXmulhsqrlcn+Fu2Yt
hwEycmfoSzcexzSj1DETVug29oACs9lBA5WOAkFStRb1D89LFPQsWvfA7s6XlVJy0NcDL6QgsbEb
u105xfweX22N4iGrEriserd5F+rqz/sr3LUkpw2J6ySqceNoUEXu+glhT3+KnRJA8ORcPLNp0SVl
iPX3+7Z2nmJexn9sbaKMqYRoNUKDEP3kXP0yoGf6ey370vet7K5I0kCjQyQVezanEvEEF73u2vTx
fMiFTI33GVri8impwqNZqT1TmtQYICGV0xebU5lUUJSGIAp9ozYZ0GoZdwCqkyGJWcQHpfKdk0hc
QSOEFh5p4hZ0OhTONOpxSDYzt4Ce4LK4KC4kjVk9RNcsbbTPUIBbv93/lHsbBrZNHgyaWuTA6wue
uMJzqoENy+eCs5gMjPHqoObvW9n7iqTXBBQUNNm0zYZRPhX2jLYxhA6t/lvUlv+pS935jND0vzjr
LIUgxaL6z5jBejmGMwBQHRCrr+IheV9ZDa+IHkV1sCyhcrBfe4sinGaUDl9M/rKxVUvGiNwbDT/W
xz6wVGB3PRRq12qej4Z493aJYFrSKyN1SL9mvax41karGfGNWpdOl6WK4qvTh29GOlLLkzO7TFrz
lTj0ayt1abmjDSOG7/Ttn0R9zRn51OUC/fzsDzZE6vcPxe6iZG2UuF2mnZtF2Yo3m7UrqE9QKn1X
io5sK0RYWg3u29m7V5IZ6f/Zkfv4KuKQL45uKNgxRua0NM1CMcpsBOgfJCqXxYP5lbt9UDvcCScl
jzroFWDDMDRsjDLVEtk51L6+0Zl1fQrDLvk+JHN/QYXbeZ/3blUf5Cd7n5P8hGqP5VmE8JvAKtWy
LhUqR7+1aniDl/qPMlL1g6xu3wiHRE63MPy/ebVmGC1H3e6o8BRD/+Q1KVB9PZv8t++YHDBTKZtR
t7ppc2lpWSS9bvgAmZJ3MM9AvponbVDOMXrgofs8euHf903eLoxKC8xZFB2ZUoZ/dn1IUq3Xa23k
7OfkB4Fn1fZnbTDcr/et3KY3sp4DUZbkcaDEsvGDXTHoccygLVMkTg5NdLc862ni/lI2Ye3DNdec
KngnUFpGnvi+5dtLgGV4migo46yYHFuvD7aIegRWzsa5ZfHRUIzkO6Bm8Vz1TftomGF5thAceHMJ
i0KSrDxKDC2DWPKjv7p5VDe7PObyMX4FW3CjWC5zdI4SmFb/o+QVPQipbu+cNAeckwmhl7rZ2hzi
3zasPdJcZbe+4SWeH/KABlPa/5yV8AgvtmcOb4kIJ84SeJH881er662UrujCFc8GwbQVsLzAjrP4
hABG9i0ThXJQz10fnhdWJEk7xVgADCA8phv3LHJ6195IxUip4SXua+F8gpoW3et40R+KVgv/1tPK
hl7eSsMD37J+6v5rmuFzylRyPAcQxXqpOjzziGBTYXFa2CELUHHvk6FLArfWygMPs2+KWV5GevEz
W8dJASbW9KW0fNi1m6DIpoXRgroJlEE5wgCv7/x/V/UiJwJVEF3BLQRXi/KsNTpWpcF/9DQKJMzN
xpz/xbZ5EiKFGpasKW5cpiiiKA2hNCbhhIUfWGF4GWa1fhKibB5D3R2q09S1cF2KdNIO9m196/+3
QvopFMUkkn3b3hCNbudpSl+ugSmjBEjdlo+FmleXoTAUv4KU1g9HVxy4770tlAPCQAuxC/fo+rR4
+ViPoKGggkShy4/UeUI3MikfanhTD2Iw6bb+qRy/LJB8g/IitSLS4RfBkFd30O21ZNYKm2qCPhPq
tTQ8L8AunE92m02ByeREELt5ePaI3N8zIWIcuNWdIyQ7RzTFgN3JDGu91BJsi4Zio+UPU5s+65XX
28S4Rn9EtLj2Nf9dpxyMkCUTKbSxsTOoYkJoC/5iGujLY93T1iW36t7VZdwGbRW7B7HZzhbSt+eZ
l5hxxh83aYGrTFkoSIzhateMBztCLGGe7fmbBYHlwRndNYXHJmynBcAs3PoT5gxgGLVbWEBem595
WzvXyM37T7GV6QeW9g4LwhmS4EfG0ttzGQ6p18FRykecXbgvkD1LfLuItPeAerqvxQQxsz9adfwr
/Bjau2ZQi+Atj/B/dxHMm8HMmqxXb3G+jlJqKco5ls+MufLVCwXyijD4PTZ9MX0TAzqnbugd0Ubt
PBsS7k7VH1goDBibRxi623qKdL5vlWj2qYkqSqquYV2QmVWesloRV9F6FvwFSfv3/eXu7azs4pIi
0UQnvVzvbDEkk+hz10TojiHSXBNQFeeZFbgNApb3Te0u0pOzzwwHm8wir01pHahXXkCq5baH2Giz
pI+TPWl/gh2y3xdiTj4OgMEyWMpNSNzv295ZJt5HluLAoKKDvXF3SWLCUFhbVCPiNH/o9CQNOs3L
zolWHc1ybiABLyeIMgToDgBL5Ghbfwd/vpMR3tE1auECoDEoTkq5iAtPKQKdc/4OmRz9OnaN/cUo
KvWspc5figor2f0lb6a0/vc7+M5gMfAOyEatvzc97mEAlECdx5g4zmH8DaUN75zEUXRaaknaCBUy
ncv093Qsmosi1P/c/wU7DpFAnB9CsZ5JyW25vhflgt4tZeSu7Bv0bq3s2chEfLHNqbxkRhsfvGlr
R0+4RUQpUzlJSkEVaDuWlmgOA9EwdLMmiPzZnfFBRankAP+2fq//ZwVvI6XL5ST/5q6mLR4C/gdg
vh5SdHQdxqsCGbyvLmOPHGzjBvAWlAd3Z2dpQHhgc5NsE8BUN9eUI+31sOEQNivR+JzreYyyGine
/Q1b35KXpVHtd0FKAgoDhrW5oWbj2EWfY0UUM1NOTokOjWl3H2Bbzd5cSabIJPtX/L+0srdAKBih
xWAXZFl6qoaBYkyo3cTuEngLknSaWSIwYEVHvDDrA/myPhuMpIQKcURu0FdlsyRmXVJliE3xm5ZF
7hOIovK7oowKWk1FdnAD5ab8E/hIc5KsBJgrACEAZtsRKgeZwrxYZohY3Xn8aKbjdIbxxfGh5Yv8
XCrAK4VSPKFIX3x2Y/3oJbvdTSZTKaioAGTgD7E2uUgeD7nqzQ5zkUU0/u7aodoEJcwE56WaI/Em
ByvXijHZMWJD4QHfvtvFuEyqWEroWJqsvTbJbL5rl9m+0iLQrvdP6caxvdiCK/WFv4jeNRxZa8dW
Kg4yAmIugnjMByavh+msciXOXirm56ifsnfWBAHlhO97GpXpnTm47cf7v+H2PmIXqJAsEUDct0V9
AmFWbGOBiJAEZXpE8bE+R8kSX/6FFVnooNpH7c2UO/w6ctaRkHVztwhGXfQPCSVGYK00Xu9bub0V
skrEHLPsrLIqfW3F6OHUz0o6mEYH1gAJluFRR9LqKbFHuLy1qj9SzNz7ePgwJOSZ1r4dvYvMjuwR
LGewNEb7udcy+/1Qu93D25fFswOsHWQeh2Xz8YrUIehf4pJhBeSd4gn+pXypJohmp+LUa9GRvdt3
Qcas/9iTn/nVZs0VgD7GgsvAmRU0rizvO9Hq/JBYVQpfhvt778XewaW72Tn4XAAeyekFeqU386lq
iFxiERECTzoKZkMqPH80nfbBlGN/WlIdzUzeeBTsMY9JCxCZC9lvWS/Ricul69E+CtC4SC4xecAT
AoztiV/ZHzx4Ww17uJ6xhRb3yyEhWNykHBPusSK7KYKuHWbPN8cp+sFZmj44ixjgDU6KEsTTjNQG
8uznpvaMP5As0ckvMzV91y+x/m3RDYKtOSVPyPKCJt40AOozy+IPKNf4/cjAfaej0j1odjt/Aj4w
wJdrNNNJqdqDKtvul8NngX7hhQWqtv5yZU3uO3GdgqSY7Hej6oizNVBpdrtOOTgUN+dQfjjMgIaV
oddNCWpyjGmk7xGgqPC7NbrlH2NYzNcy7WNGFpsuHXwzT45oh/esSng+PBT8e8PAUHoxBT1jKoJK
0eazt0w1w6eWgrpNjVp2r6jMSOra+f4V3/uqdKpgf4E6m0mLjedCLEGEja3kATJ6ImhTfQ6QdYNq
oS+Ppuh2TYG2AegPkTNFr/UGjks3OxHwzKAHjn+yYqvxs2QMgxjYwVv9MRsInTFVLwCasuu3NgXL
+GiOLpLi/Vi4VwdIUzBY/XBWsji+GF4R/nr/K96+p9IgMyNI30qa9S30VZnoc+rghgNtilD008zK
uzBllj+JVqlQxli6Z3RjOhKVrPor8Vr97KhpdfCi7hwgrIC7hTQA1IctN+CV+/QKRjeq0kUOfkic
oE2MKlgmsz5Z8JD94oVec7ILszwwurOruE5iQjANPHzb2ltX9DBFuGYW1LWRnEN4IL+iTdSBewGm
ev8r75oiFyMTI/0lLluvrymp7M8jpqJWja5dl0fIGuril85C4udfmCIoecHbEiHJ9/fVp4T6eTCN
UsHUgD4oojLuRYHN0q/K9qjXdBPiEv1IImFmqsh4Ka6tTUVFKjHiYUZRpPACNcqsa00BB/Etz/tp
W+gNDxq89a2Ei8LoeZQW7X1UpuIkTyqpBMWwtfmGiMhWwygP2liTgswKtPm1iuRZHYqDmvfOWyvL
lxxNCnw4gY0HX5w0bgpL5MFiDCrj+239JQ+hCa3CtnzQCiO/3t/EvftA15roz6ahQN9rvTRD0KGy
sykPskivnwrHas5VraM2prSLn2kFokpx2hy4HrmIVcYit/OV0c2jm8zFMrRQmAcTSm3oVxT5jOYb
YXxVZs5jZhjxxcscjWq4qWe/3V/wrm16iQBfefuZWVkv2NWmuR/0hXRl6o3nBWWyE5Eh4yqdEftt
Kf7IvFJ7EpN9NDWxd4goNdJggLST8Gbj2r25LF0FlbFA7ZfoYSb3/ZaqFBBwV0czObumiNZenknK
YJsyFG3FvKzVMmeeU/u0FKrzpRoc2GKEGh5UKfYsGR4wOnITWcvcLIqPNplQJWQBgw2Jv3SLch6n
Mj+nk9Ne3r5xMHbAOUSwxzjI5maUNGVTW8XdwM9ePs5F2jYnLy8+N02rXA2Ew4AMagoIjHb6dt/y
3stFI5jKEuYdaAuke3rl6Zj5gR16tPB0i4Kgspcal6ZVu0d3tqVWGrJ/Jydxvw9NjPijLnGMAw3O
g1B176ZK/S8AapJocTvVP4dJJusmWdCbqfco9BiiZLOM/SYv/9BcxErA0Rxx6t6kUFxUCfMFqkPc
z8rXC0d0Dv2sGqHrPoF7YzI78QnSRfdNbTESbWmFIIStpY4B4cbaSl9E8xR3XoZ7FdOH0mQ/URUN
L7yWvyOljo5z0zv1L7MNl9jBR917WGQtHNICJlWc7QjZWA5wSLZFHpiD3ta+2Sfjeeoy1LGtrP2e
9rX7h+tFEwKwbjH73eKqR+XqPYcv6Y8AwcKtRlSyWbzIGmQknSyweeR80meAubFIkWSkepOW5hHb
0t6NlS8o0TvTbMAq1vaSHCG8XsGelVq5787eQo3cTi+x1+YHN3Zvacxek/RTHeLabkyl7eR0SWUQ
9niJfvIq14ZHKewecrucz2O3mAfn6HZp+Fe60pJ5kOriFkdpm622hFGUBQjIf47aTjz1KoEmIsjN
mwM68K+UZKQvApiyjUdyybDqmV0WFGktrqPKZWdOcbgU7WAenNBbxiaJteUfoIDymd76Pa8rTYrB
BRErKsi/6V02NCdTJLB+Ihu0fJlBVP01Tvnkd55IQCRa4tNQlfZJhyrtUoxjdeANb/0QP0aS1OMS
ob7YTnPkquKYKNrjh5Uk/1qV1pghQN6ZD/ZIueoUFnX3LRJ1GR0EDbt2qbAg8+AC9Nxi7IQeFW0/
pFlgDPbPSVGSM7hP552wKIWTbc9BISzjy33Pv3eiaOfioWTL7GbS0QN4ZBZNlQXmqOUQNYzZxUlH
9f1s0GT4F6Z41SAqxguQJ63v5TIiQ2llbHPLaMnFcpOFG9PYdHfao6b87b3UAcpygHmx5WTlxuV0
XdxbwsTUaOoVssEQDfXEuEETRSqyu0J/fPvS5KtFU5eZHGAb66W1iS30Mm+4LaX1IXbbyuctLy9u
Hy8HlvZWRqLA6ZCTMjfv1VwmhquMrCy3E0kMyczo0hTRaUqS7kufj+XBBMPt+yjxuUTNTMOSVW43
zdTnSHEqJw1srWkug6N0Hxq31T+9/fuBOZY9cUkktEVHanpFjb+o0wBe+eFE5cM+Wxk4I4HPOd83
tbeg16bkhXgV6ZSJiapxjym3yrQPWR+mV9RThn9xlWUTmJkLYDDoRa6tTDyFWkRHEMbWbHr2yt59
H7bwulvDFP7pAAfz6/4QFLlzNqTGm6S+w29xnddGo64sVJ77JKCL9lcYUropFsNBgIzh/5mB6rd/
yReBE+Z5SPrh9lubC6EEdSuY5SBhahCPju3pIwPqbwODyNCJfEIWwoj2aVZsD2Dr6YUZN1gRRT20
TGmFld+0dfr7FCvTL8z2HHUkdjwiQ6HUFYhEuWnbWhj0xy4WDXkWJ8TsO8AEqEIjaJEecr7tmeLB
o7BAPZPXb+OmhFDrifZHEqgGwvBRiCzeEGk9vpjC0f1jv/fIyjom4+zEKkS7m4zJiDOodnC6QT6G
6gndOO2nFipmeQoTSW2XAxJxUYYK4slTrxGUlT70c/m1RObaHwtb/HH/9+wtXWJCVY4pqdW29WRC
9DMir5ygiKMkH7QlD9/j9CCIVKOj4ZOdZxU5YUJfzhAMjNuR5g5EgF0sdRIgVJefDKdpL1ktGHSL
k3aAH1ILz1XmLQ9vXSCvD310sN4AYAD8rG9HrNPGc9WMifc28c76JFCRn3AIVpqkBynq7b034HUB
eALxEJ3grcAW85ROrWZJEhTTmJ+SrhnOwCoQyqugVPI0hA3uL+3WhTI6ISurFPtY5DZPg6YFiH6P
mtECT+93ar3FGdIG5Xrfyu0JAUzjkCtxOWgxb/G0IpvsHHRbHEz9aASIDTcQlXboG6K8d7pvam9B
oIVIzCAMvVXMGUuYfktNiQIidoWJA2hiRsr8wX0r8java0JYoCqM+BqnkNO8PhEQvtMWHOIpKOED
/aS2XnqxLUg/W3LDq1Q1PzmRUn7qmtl9+wHhEae6SDQkW06bNAXaH2fygNMGvMDo6PWeuHRGN/+n
XFKkuspsPjj7OweSaEiOlsoOChOf65WieBl2Vo+9sC1m8OtV7heqiB49vZmvdg6hysEG3l5xkgci
Pfqv0Gazh2uDed1D7lgQIXdpE17rujFhmF90P0xa64lmlflkJCI9CFr2jIKFxIeR2cPwKg/wq0hi
yAwi82lCvT2ayrOeCefsdAiMarZQ3tl6VH1KEJY9CCx2bgWQyH+Myk//yqiqt2AkAEDQCbVDv2oW
95km1Oi3fR59vn9ed9dHmC7xgyh3beGefZa341BzXkEMz39q2ohmmZso5SXRZyXoCo5SWTlvHt0n
D4QFgitPLRp+/c1WmmDbqinOpyCzGBGm6zYH02RqT8SgHvU9y327m8EeIRpKTjKR3+xiLRYPxdJy
ClJnbnxCnf5sQv/tj07qHLzBOw6A1O6FhZm+F2/Reu/CUOmGStRT0NG7eV4guzq3ocGEd5qmmvYA
EaFyDTW1fF8ZY3hge8fF0d6T3TDKMBRFNucm06dUNN4y8t6NXzpkLD9MjZl+vX9idg4n4HJoXyDH
JNbYlkOImrQSYOsYiNiQ3NYiufK810GWzM1BXrJzOMGM0bOUjg0OqE044yVZNlce3tMt6c632bBQ
kVTLp8Ki35fXaferUgz5gdGd9cE4RQlP+lGNB3e9gbOqLJRmkjGwvck7xWWuBgjddA+pM3an+59S
7sf6sYBGB44e2IEov0BztTZlW12oeSNcS5zI5HcFIJxvMp/+mSpeEaQU/g8qS7v2GJkBiQP4iOrH
2t4M4gIcO/GQOVvuU5FPyfs4j2rIXqao+LPxRHFg8PZAskB6s5Ikl6R523Hq3LgZJ20ZAq1FoC5q
hv456ab+4CXasQLtrwQYST5GUKvrZcXxkhl6o4iAAwuvDDCIJ8QhywOnvPPxKNrAIwEUh1O5LRgt
g9EJjVc1GGJjNIiox+EajlH2XWlF8rxobXhQBdhZlpxRlzRd1Kd4Z9fLqqyxSmjqisCrTPVaO4Ny
jo8Zjm7vGGErjQg0YaSd7ZjY4upZ49mLCHqrSz5GbR8+Ke2c4JlHjXKycD7CK9ce7Njet4T+izAF
Jk2ZWq6XliSKIF6xBJimwv0T0YXcj9JpeohnNE/SYTriHby902Rg1B0lQzqzmVuoZuc1DNzXxRB0
okClME6ap9bkwFC9PZqh2tk1+isgm6i3wYOxRf3MIvWWri858uXQPDWpoV2zmJTkvufYWRC3GDgY
l5ga4vZBW6xUYW6JBU1hnn/U07Y/p2aFtHN8xGx/awm8CMNuUlqexGrrM2hWxU6fVsQirtp+MJnF
+uoVxaLDDNF48cGyXjh71h4Ray+7xJAELnjzesJ1OiQoFk+BSOJqQIillPORS+I6J0jFSK8WuiwP
Iirm4WoR00C9OCcW9J1lqpLC1qqVn0Lg2j/7RbE6P/P66ts4zvNPxe2Sr3NsDj+JWz2Aeg00tA8z
JWbjlI+6sQT3N+j2WkHAQIEBnjJJWLZFiQxMlWZGlPRBElGvOcVTUX3LaBtFcBS4xgmFGybgvfHg
Xm3Q9LKQQpOLsSGKG9R0b0S+PDxuV8R1HwxM13+fwkVBcmKwFu1cCzH310SM9sWss7i5tCPMP/Yc
Gn8rTlvbpyWLTe/Ahd3eczRPyB0lhAOBm+0QwxRHecd8X4fwS5c8d2TK5znKEQ8dsv45S5zo4L3Z
s0dPGtQIrXHOrLycrwJnk/mXTEt7gq/C0v0CYYKz10B8EoOdPAnESw/ehNvLTpmbIQ2yEhzMzYPa
DbRV8oq4MnGSBqxDyw0ss6Noec+KdJV0bOm546rXq0J9HZg2YMxgKFPvWoWWdqEl1R6c2NuLLjkh
ybDIxkHrb2nHh6XVqsjBSqS7yZm6W/vJDJvspHIH34wOkaaIUWHioRG8xRCkM2D23GsI/9F2PVlL
Mf5eOGl7JiSfHuywin69fxn3lsa0ENyXkI1LWZr1B6whvmWMnLi4NhmIalGESU96WUEea9j5z7fb
koEIx4/iPSWbta1OqQUHBqbQuTPjZ16/8EzxKXs/KHN5JPG542Q4EMSqUjiTQGGzrnaaSjxBRPKm
CvVBmTznBNVwdaoBIT02szX5Omn6+f4C5QLWLhomOWJjtEB4FwCWrxcYas3k9ap00VMjACsm8Zci
G4VUcnK/zNC1Ptbh4Fy6edB+3Lcs/+atZWQzwBUB9KPpuwlfmRf0FoYFyTwaiqpQ3cL7hv8f3T/v
29k7LkTHEKVKPgCYitcrdHPHEfCjknYsVIgL+oinvHbr9+ZYTwcfc89hwfKIHd5WctONKRoI86jM
IbyyXL5TCqXvpU7hjkrd9tnOxuG3+yvb2TtCSUj6ZLRngB9cr2yZsiSMG5mclpaGSDsITZF4dXMa
lkV7mPtFO8Wx8E6DsRyx3O6cVRl4kXZw7VnxJuQDnaHphRxhdaMlg6TCyNGFSsAKGHqv/KBFWJ4m
p56u9xe8s5Urq5vva+TRvCwjhQYD5kU0ovP5WYuiya89ccSmt79AWX6WfO0cm/W3ZdFKo844tUmN
kstk2jNQloqahuANrjt1fHYz7UhcTP6lmyshmwrMYkvVE2uLk3TCaoIFTYOCOVNR54ja6JdwXN6O
x+ZJpRMpIyoyhC0ffD6NKuz9Cc+cF/3o89T5nC9OeGkNoR9xfrzQNmxXRH2PYjcBFGrU8jO/esJh
jQqXvgIhY3du8cGKc/E4RKEJdDipftGmSfmrn9s+0Dune0KMo/psjFm/+DiH7PNiWXj2Prct1M3s
v6LYDH0ije5veq1UX3PG4T03Ekfdxr1bxSQdKRqNbxRWN5XQMBqXKq95OfV4keye6LLkLeDKCpBR
wNh4dY4Y7jvT11cOHtLbM0eJGZeo4o7pfGzP3Gj3Vp85Dhyiap3Mp8bN6k9qqTbjiYJ98lFbZld7
FIz7RAeGb+8V5Rg5wURJFBmuLYphGAwgIzPF33627cvSN94z2X1+WoYwfLOLxJSc40NRgy7SVi3E
7tXQniZ8VjorJQQqzlAHSjvaHyylarpT1hlHnJG7i5N5IuAQwDFbDRhVaVr48gTPam+NQZJ49qVA
w+yU6K32cN8/3R4dFkdflaFTIOUcns1pD4WempBQBkXvmJdeX7L/ZErpfmiqqjvXA8N+Vg8Lh6pm
RxD925cHy3gqmnMUT6idrC0bkdE0tsednutl8r1sCt9VBS9dHI7QDpRZ3X65v9Rdgyhd0rqm4gVk
dW2Q0LWZvUTGyq7TPDuM8J3yKq38op30S5wADr5vT75la0fiQuROB4smhcxgN582MjVU9mr8cTEa
6VPSGuOTp0F/OCO7GUCOmX+pAHNcq6FeTubS/vFm6ya0IsxS8QPokGwS2UjPG0FPkPzPNukrRwlF
25NRuPgwr+39jPmOCyNm5fs0Ef1Z05sj1NrOIV79gO17OzaKVoxOH/QNTTzaI2BI+mJ411nT0aDT
7SNEUEHrit8LoJXu83pnJy1zvMIrRRCj3BnAxW36qgtr/v0vurcgvB0XkkoiRP3bAzuOll0PjQga
m5Z9OONo5lDUfph6b1YvowhBFZ3WBOGKVLpZLyjhD2vNFCJQM/TqQ83MTuVoWqd6LlQ/Vg4pPPeW
xighgQMrI+bbhGVD2U61VasisLKofHAVHGncV8v7GqSmf/8rajvXUNbcIEajD4gi6PZcGLIL2uoC
zB8jy0Rf9LBP2aw4f9LS8iA1sDLr4vT6XF5nHY6lcwzx4QdXyOn3MBHQO4KW0MSZCnP1JZtD+51T
JWkM/5M1H2lu7H6XF34enlZq5PLPX8UC9N2oBuW9CPSkbx/EADfo1MZfkyj3DpzTTuGEOBE6EqiI
wARSql6bmgY38hqNz6JWdXdpuwqFYIWSbt2m9blp4y8p81JXRO8m7q7q+q639E+MbLUH+7OzPfwO
ggjqbSQE27enmRnDFbAEB5XIPSTuk8U6wZpr+6S2BvOKkfPmZId3zoZimmyA0HXbVY0hlKmLNBqD
KU7Eo+MO1CuHgaKbFSoHa9vxyAwOgD/HXZA3btsdalEBypvHIShtAxkoZsQel7RIA3Te+oDRQiAy
vTo8NEu8BEaRHCEvd04TdW6qcdiWWd3m5AubUdqkcum2JJH65ObG/5F2XjtyI1mYfiIC9OaWZGaW
U0kqlVzfEN2j7qD3Qff0+1EXu0oWkYS0wEyjAc0oMhjumN/8U+B8+GVoDw/ZzoVIOgcIklNGJXgL
x27QxyvVJMJDo6yNk+yz+nWJmuRAFGB3PgDNKTJjXklH+HrLWk1uxuSmQ4iE5/KQLuN4ivNEo2iq
1AcrtxOmUKtBhwy+CyDvbQzWOF5Z0IEZQsuOi89y6cqHPPKMF01H0mao8QUtE23yi978/aoUIG9K
KdSlNKB23uYKcBR2FIjzISzyRguh3BDrNlV6muPeOAgYdu+AVUqZXhxwHm7+6w+KswRilxadv7b3
mrOqFeJSlGl1mrL4U19Z2YfB0vsn7qIiHOwl86XnVhdJbnTwtffuAMJqCOZwlcFKbu4iTbpu41b5
GFYz0sR+vnT0m1Qtn77GpQlgOp7xqbn9LOwkEqCh4Q/DoqS3a2zOhjkjq7WkNHW9pk/o+A8GrqC2
8+jOeBxO2L8GSoRY5+1B947JurA0wtEOInG+/t4zVEKpW5LvTf7k5/akvBhzlX64PcreMSGyXjcQ
oRhM8utRnNRILLPFgtjohXWKItTJljlrnie0rQ520O5XZN/wjFA4AthwPZQn5lRiqzqEfeSiXq1F
UGwTOVQnhLj/7adi+Jyr5lEJYG9+vFcgKdgxLm/X9aBmoVnSrqoxRJhjYlPKrgpVaevPMreOHuS9
CVLoVtmda5dh27fL2yXSx3jmytGG2L23rT5JXhrsO6zPxrS+UqLCqsDSx/yoM7R3JkCfUhbgSuP1
2MSY4zKbZo/QQlirmAMJgviwHjp5lok2nsAUHil0HI23id8jLZqMOmW8pO7TUG2G+JQ3bXVWZ889
i8E4knTdW0VLp19Epxxk71a8YhVzHORcDaEChu0rfsdN7MvIlCetrZKDLsnRWJttakzQ/zMdGAAQ
FP00zpb3UM7Uw6o5PsLo7w5FsZjWMgqhtBCvN6fojQZ5bgAARl1Yn3vZJ0E8FOoJROzvc/jo8ILY
oO225tTbkkQ2eMpY6ezNSmm9C9LC7kVvQQF4HI/z7Stl7+JCDwd36hX7RmPhelY8QG5p6cMQQqQy
tVPJ9xxWFsLRrby3CckG2O3IMwG+3lxdcZZQajddglLTTj6aSm7TVbDSh9oxRYeFw3J0vveWC4gD
LTvwWXh0bCbmOvDXHFsAmCVCO6u2NM9NiRluNEn9oPKxO9SKb/AAVLwlitDZFWioRQS66lyeMhzb
X9kYkpqAlR4MtbdcoHNpkVAkJXPcfMY2cvVWIAQeetHQ3Zfkdp8U5dAqandCYMltnlG6vluwEvKo
ixsjIxRWsCguqV3gPmoPsvKTqs4O3rS9exiU2f8da7NOvVEZbuoAYEBtIL9AZXIfHWVy/+5ziJ2o
ozlhCrXsD3Y9/TpUFoCXU+9cg8RfsrE8rftGplxRlDaqfwuthcElejc6iAp2v+NPGu5KbAZucz2M
leepLJHwDGE4p+m9lgvzIRZd117UDIzp7ZO8Oxg8rBWrsWKQN89KC8SrEnNNTjB0ZuQbtRU/zH2r
kOpp3PL+H4wGIABxcDSKtC1hREPASh2y9CcMpXq2oxFrtsl4EPmhdtfevPh2iNmBeVopAdcfMUIl
T1Pg2IEdykWoLlF7jx/b53iolAPY8V5qQO5BCknvGAOYTfhhL01rlwlfsMZn9KsyoSzgVHq22o4k
p6HvVb+clDxYpvzr7Y+5V8lAnxALEPRbVtv3zSEQtqdkxUiWhYnJ8miP7oyf11xdUjlgryMV65IX
5vShqYfkG/pJ0WOLMvUSYJWSnaq46i52Koy/1EgW9lNux+W/0hjm/27/yN11WHsD3OFIhWw3M+Yv
dap5vH+eOlqf0ngEXZsr4oc3pEfWcXuPBT0aUBYAJtdexPWSWyXE1MbhUSojD3cA7oez3c3YK+lg
H7BUPSJV701thbYQ6YJMAHJ6PV5faglPycTTns2oiZV2+tVcDWiq3v2TJBBGIS20NfdEb/x6KI5u
TKuSqdlNih8WHpztV/xMBjtIarzc/uBOWJ+KVR4aetc2/apWd2dYGIR+WhrdIULQ35V6YgS4Ssen
29tjb81Awa15F6gV8KbXExsGJxbmSJUYOVz1TugN7PTSpI5WiEyEmTfkf90ecG/RqGxSNQCuRcKw
ue8Gs+ldI0kl6mWmci9yHTeOcogXDmkfHTxSe8+ux6W60lXIZrd3K8m8U80mY1WDObxkmd0rIeng
4Bys1844a8cV6hgURnpSm3fJ0bu5LHAKCK3RiO+tYm5OedQU329/ud1RwAQAwyHPetNphdFTDIVI
qEUWXYfcdBXr9yLRR+/y/zfOZq9TwQGZyBMYAs2a/NmdaqBbcXLQv3vr1QUCABm0n3uchu4238Cz
Ohm0qpBhrRvx/GDnFVLdVZ1zLQ1Nnn1T+6T6e5yrVt4ZVa6RjMgYtr0JquRvTEV146TOVnevqUKJ
w4Kes/TLJHe43nSn/6stNU3xVSNOPvVJmethVJcUF1oNNfnnoc3K9RqcjcEfotJYAgmPNqPMkJr3
bkcqcWqrbHlt57w9cujYOXAr3Q+VGBISqmabEs9oj0DHzKUPhesiG1Ak8yfDroY7s0pLPJLmI37T
3q4hHGTf/ISTbzsJWVSaXo0eRIgzQVr446i2vtPX9VF6vBMQUppb1aaxJuAFWOf9S2ymd02RDrVK
t6dtIaLpoP6J1tSwqgvtsrQlGn6kRQdbdecyWVkVNKApQJLfbV6Ahc7iYvR8TBVNj7sxnbKXjvF8
+AHm74fwlMO9tfGDIgJR6PX8ZE5VJTNFz3bNLApgRfbVoC98EMvsrdbaAlh1OVc23+Yr1oo+6Ioo
ado1qvINZOmY+iPV8fD2Ed8rNK5hC6371UyFR/R6NpbXZ2anuz32H4lUQ9udBGrOIsmDskzs/zXd
CBemaTsxvhvbsv80xur8T2rbinYytQyTudu/Z28dCd8o66CqDw9hcyhALNYpsFGuHIPa1SI0/Q5E
7H+l1h+Bo/dGQg8O8NbKrYAjdz3xZlQnNVoESH0qYt8HjW4XErPZ5Ee4vB8E23tHYl1LcghKY7CL
r8fKJpHlnaF0odYpjvZOF44DmHFIlSowkbbNXrxUcXMf8b/pn9vfc/2bN51nqMyrfAcdFR6LTWA6
d3nbafHUh7Gl4vM29zl+h5gjvtc8YQcw0+c/WEAaopBsHZqj0OWvpxpbimsqykAYkeuZrziKg7Qy
tkq1rdcHe3d3bgSYK4GfatxWdCEvbMXMRqsPq97s7/HQtIPIiofLYNfy3lo1kG9/y90dA5AXJTiQ
A7Q6rqfWUhUmsuWOMbsheowrxcC/0NMejFg7anLsTY0Gs06dhiIScJrroQa0ivoB5QAoxJ11kcOc
omrvJGeni/ovCuMfxC0/z9V2n4DawmyFCJCIcv1Bv1zaRH8jKqewIAqaPEExSNfz+2l6rCekwP2x
6KbP5WLO/zOUhoeVxm38YhtZeXRQ9j7xrz9jcyipz3WmoA4fDnwWbIkgbqIXbKGGEos/eDG47kC6
/JRN2GJA4tgYGnuAQ4NgmwwSs9RAcabduWkn83R74+zd5UgBr+dvdV3dvvSaOqZopJEBx7OSBZmu
j0+UXtVvt0f5eWNt19BbK7YQGc0VEbVZQ9dsu0mZJCzYyrFP6ajNZyNx8XlRS6jGtjs+WUZaPcUl
+LyqmMx7IxP9BaJpW/iUv6b+3GbSgdNA0eUC9rt6LSPLuu/Jnw/i8Z/o9ze/1Vq9fVD/ZKNv3msd
FcUSuTEJtazt/82EM1y6pdRU+j29CaG2KxTsaZxuuOh61r6Cz/e+xaaRnQerTP9OakMrMAd3uzps
67E8WK+9XUgTk3QSPyBqdJtdWNboBmnUwIGmtk4SNGPk3oHZtP7qoNseXCo7NQsGWP0NYCXQP11/
yy8Hr6Km2Ylo5uA5mMYoUyFOGUZxwZIAzUEw6UcPP/uunpKj23NnknA0gBUjUAAx7s2Jb6tlIYCj
oDu0ojr1zcRBt1KCulAzJjc7uGF25olyNHRvbhjatlsuqone6zi4cJHSyDV9WyKuXpqj449NXb4D
9qufk0z9rk9jd5Be7M5zlXijDs9rv8XqOF0FfzSHnkSZcgRpYhWnBmnLizq4RxIMe7coVfgVQ01y
hsD5ZjFLmEuzoTUc9NJI7ppZ6n7p1NL30hRjqd51Ai3qxo9C4YpRxgTrAWP+bU9NRqaFCesX8TcS
iO1NHoGAintaXzgB14+L2zdPOp1rv5SH7b79+ZKygdhYPcHMzSl23LQBlU8Zdlg05b1VCusFDpj7
4I1Y16lxm/nLMjthgZS87xizc3LT6OjJ2ImtiKr+72/YIl5dCBykI8jJ13rXfptUmtI2hm+f0Dso
H8Yp8T52aZH9fg5AbEpzmnNDnrM9tV3kxUpRAB8ZumH0UdzQHyPC1oNRdqKAldpAy4piApJIm3tI
INIKgJhRNFwdXkWcVmnQmL3zvIyzeopiKjUHt9HOSwX3d22rUtta+/3Xt5GqJp2MOpWPacbz4hde
q1a+Hnvmv7ffqr1D+es4m/gGymDcgFugQGjV9XmciujU1CBvxmJsDlTAdqekg/LBSY7kcBuQ5prA
y8SSnAdUEcMUC4UAzvVRBXJvF6K/iroMW9F+A561DdQr65SlkiZhvtCjNfY1p5Oc2yaMuWvvitk+
ImPtfkWUfFaNM/65bfO4doVap/xZ0a3KB3VG0Lq38IHFROHIoWV3K66FA3DPiFdu82ttATbR9/St
7Aot9LLuPM1fXO43CHd5KMqu+/QHO2SVKDLgowD43+zE0UVHWkzETEZjFCjLDmaQFlP/YuBdfv8n
QxGfkbAAQd5SsrR5cZV57clpHd7D8TxXYeOm7smpjCPi9t6K4biF0jr/pVS9vpK/vPZmi5K8pqyX
VVM1X2SziL+w9LCexlKLXm/Pam/fr5H8yhFHoGT74JLH944c13aSmrqvUKjzLwraBQfP+u6EKIOR
1SIOR95+PaFeVaCa9Lx4VPGUM+4ejT9mbX03luqRTeLeFoRdAooZrQf0Gzc7QuBSMmkuD3mdS3FG
a125y9s0e10M2Z6R6YoOLo69Iw1MgEmtGjZ8xuuptVDRBW4FJAjm1IS1VL33sZgm36XqgReTEYeK
vUT/3F61ve/JelENBYVExLJ5Ue1UqesJj5RQFJn7Cs1/9IUm68doRFH99lB7EdkvQ22zEnLnrMlq
Si2qGxfTOYkT5TmvHKX27TH2Aqe3ineTUwKP5LrzwtuD7y0m7yZSpsQOlMw3+2ap08SsFXDaq3fQ
O7LN97nVqqGqz8u7BBO3g7nuHQZAXbAM1koP+PbrtdSxqkYVdgQWbqqQhUxrOiud+vuyTjjckt6t
3DJuym3410cDofuo9KEUsXavuTWmNtmhrNPevmQ/rtJ0lCGAkl3PJY7QcMJ4lX25yBmMzjyf0pyS
cd9a+tnAncun6X4ktb37AQGu0SkB9gRo9nrQTC/0VHSUCYHuZZe6x4YCSshRc21vFK5gtj0lSVAf
m10RIQBi2ElOY2MqamAE+MvMfVScbu+9vTNGuIpmCehzUuV1b/5yCU8LHFxrYOOnaHR+TdJy8iH1
zMJ3MvtPAqqVpgZTlJdFewOMRXw/lzYFDad2rXNqVQXMGveI9bV3mohFuRkNaMwEINcz4vXU0liq
EISUvkdp3VwDAau41EVW3DtOJQ5O717VmCgAxMwKVmDMzTtGO08FeAGDcqlsMJrJ4l1yJbGfTGWJ
T2MEjN9YauuMU6Di95ldYhVsRpdFn7WD92dv5nSaV3sPJOJoIV3PvB+HUc+dcQxpK8kfhpmnQQHU
BfczbCg0kZrff3/vrDaPVI5NHFre8EscLDZkz3il3ld3jhlXJ9us26+DMY8HmOq9w0BndIVOoKBg
b5/WMolmF0fiEYXE1jsLLII/jzjYX35/QohQEWUhHEggublNtDyPDW2CClVHuuJjoSnCWXGJXhXv
D7hsUHPgsrFzVvGTzR1StWMM8g59r9TuIz+1ospvtGh4zedxPuie7NyRtBDomwPbQcZzW3Dvso7y
mLdKicWWfTZS7HnnvB7PqKS10BkcN6AteyRTuPOgEtgRc1E+paS1nd+A42juav2I+IKS/qWnrnFX
tYMMjK7N/puNdoEpmnzEmNQ42Ck7FxptPZCGdLdJ/bed9Br4A908+IGDkuhnOvc/uqG17tRUHEQn
b7YkxaKV/LiydcyVqnd92uwhl3WSxBTd4rwL5g6gQEXT9eX2lnxzptdReN1YOKBJNIOuR4mzpqR6
nzPKIMcHG2TNc4lVyJng8CUelN/WOF+HQ5ABDjr7hfTtejiRG2M71NTXMPp1L4oqW+ywzfTJiTTj
dw8bjUNCA0SouEB4E7ZhyEwHM6r6Omy8ST6YXrGE3ZwWj6htHQXm6191VWBlKGJ/GpUI84J52Ayl
9qJwCoG1t2GPq5dEbflOa2fnuVS8uwiEr496S3NfU/z2R2/6bS2/dXhyQkRQIZNRYLz+qAXyXlXS
Af4pEDw6USlrXupi5ZYSioVt2dD4auejIOXNOVgHpVm64vd5CrZzrtUWWzHc1MPV7yjoYKSfKwVv
TyOJxPn2Ht0dipwbQBuFcLbP9fzshSe3s4w6dBZnuXSpzt1iE6zXrTMfPLZv7jJmRfCA1iSl8tWU
53qo1b/KBtxRh6on1pa9EXXf9biUky9qU/lYGb31EVpG/Pn2DHfOOqCjFS+wZpEgY6+Hbfgp7Si0
Opy0CrmCeSC6EFX/B99xnRbJDs83cOnrUUZrEqS+7JNy6MuLYSl66Cau5vej8E5/MKEVI8AVRonU
W6+dX8I+MTuKZ0ZMSFed+sUoOKRU02zkhm6Ps7c1qDeB4eSxQzd9O6WeUnecmzUCX0lxcpv0v0l6
AFMG76ivtDfSSs5DtI8JUcu/nhE6w55CmaQKbW1x71xAK36TeurTkFr17z4xbEL6Vz/9n9UVNHo9
lGCTKKNDZcSqk9GvhlG9uMvEW9qZ+f3t77dz/dMQgfDOpoAjs2VasgWSARHzMhSVLRu/m3M1facT
491niBInQe249fffH5LmAIivVQL4TX8egzgjYYJ4oHZjcoI+avppNy2+pvX6pXTdoyb53pH+dbz1
z3/ZilMesZgD9qCW1MygqnslSCd9vndlZKDXEMeXusmOlI7WJdq+CJQy2PwaL94bm5KS59rq1KYM
daUsT9TE1SCnovLY5kuL0KlePwkUKQJjsvWDk/d2uvBIV/sQ0kdY8M5muk5itXbdcoOVSI3d52Ix
wrGH8zGIvP+kZmNz7+gcldtr+vZwrORVSgykyPDotuJ3ng5wpRkQaOCfBn2IUnmYyCN8HYWI377E
2K38h3IGIksMd72csiIyYy/TaM0n60s3TLM/WVHxqWid+uBw/BS5v15FhEDhltC3A2QBFfl6rNSy
c2VhZiAylz7BaqJzU79Uqux7PpUVjECMgoOmK0QfyEnr3gE357HNoJ7pvFUi+W5HGaIKrgk09uDi
e/tikFQTFnJRQH1xtwe3GaqmyEybz6AY6aeU4lygYrXy+fa6vr0e6DSBjUDYmhIBmlLXHwC/yD6P
XQKbVNVhiyeK5dM99l5lVn/Tx949aB/uTYoBydOpFACbXrfZL0d1me3WbKhwhq7dm+cWCnjzHm9y
+0jbcG9aK4EWriciJm+qm9S3y4WN00A+bhAe6+M888GZCr/0OvHcSeWoov9W3xAWD0k8Gt1gg9i6
m12LrJNKyY1d66axuJ/EVD2b1Vzd2Wyv02xaSubrk668gz1ivjpzBIsQMa3uXSQ9+T2zvS6MMq/6
mpau/dj1wn3su9T+zywq63PdxCZuuql4yWstoX3VHIJx3t5m/HoMdNfiLDIPWwaIE5EyG2bSwsPt
S8dXvEz92Cx6/mBgvvnsOb36VFqz8W3WFO8gudxbKoALKzqN4A+Z1+stMaO/NbmDQWjdm//JSXjP
3tKUp8Q1v7Tgf4+qinvDATmCfkvHcQUwXw9nlIkXqW3ShTNORT9KxZruJC4YaEEYri8L86i4s3Nx
/hQ1c7g1CWK2dYektM2yH5QWoQ59eI77VvOpnpr3tTseiQ7vPAwMtWZ5ZADkXpvDpZpxr2aY5YSd
1Q7L2W1kfSpVcoQHATj8ITc6N+xEkhxU9nf2DvAaqpjcotQ0t10YbaTiQLe2C9NcRJ87E6beBaJe
Nz1axuzW1E+77HvSpv1Fq0EInm9fYOt6bW5wIkxqxGsDiHdhU+Qsuyh3u0pvQ3WU8lsqTcTU3WJ6
arUxRnFNGl/QJCjxiNDH5GUus6Px92YPbwFoHmVWemvrfvvlRvO6JYJ43XVhK+bsW43fhu/ESXzf
OIoI3CRdXudajnd15Rx1HHZ21uq6TjrKp+dl3qQUEAgtrZ9kF9au4oSNPYoPuiriRyAL+cfbH3l3
KKoxNLHXCuUWwtPDjKZvUiEBU+JgXCzC9CXwvaBIwHjfHmrnfFLrWfVm3LUkum2NVlKDo4/6RihV
7Ggui9KOPS+yBcRT6+fi1OnxUaJ7e0gAVNdL6KYGbkxIfOKc7NAdtd0oIRu0bCVIFmV+Gjpr+l2e
Lkp5/2+SoBGuR2wce04VJWoBqy9LKOyWrlA/L09WZhxdCruTW88mXd+fylfXQ41KpyWRmSHUmg3G
18ST+dMy1ArW1HMCQir37A+3F3DvQGAsQjGbJJSbaDO3OrZrdUkQMY11mfhRVVb33pD8m+hJ+wEK
9PzgdJb3jArCEbtnJ7agVAGSdPXnoDu1iYvROOg6I2nbMJKZDaWwaAPEtX4/S4SVRgVmRQOtrfTN
JTs3hTRs0uxQqPXfVZkv7wxNi6Brzv3p9ofcOXS499EqpcKFPMe2ANp1dbWIgTTKjnCYRJuvCccR
rwhkb49QPzuXKNEP06KXByV527M3Z03vQFUWYWsYsgsmLW0eWwn9D2EgpXtwUdL6Eg9j+VCaZfaU
SgB2t+f6Fvu0tqgYnwIXTB8O//U2XVxncMoVm8BfPmHpO/4YBqp4jVKZl9agUKPFtnsSxD9+2dve
hWj9yMhw56RApyRlJQjhN7yRFUvVeeoTrNvNYszPdmqO78fGA548nZLCy+9uz3hnt/6sWkI256iA
jbyeMHLo3RRlTBjxivgxr+z48yC75GCUncPIKD+LTqpFor15I3KpxQ4hB3PCQvj7oGa27xlF885z
6voxw/jghZilJupbju6dvS1FSAffnMsA6attWDe5czy2KkUAoVl3cVu7YZnSShJJOt51SafQU9P0
cFqM6uy4U/7l9ufdW0yoxjSz1n4aBczrz6unWR7VJjWBVDMWrhznW0NYcUbJ9j9VifWDXG3vqNLu
4b4DrEgYu1lMkDxmXCZcCgvbZvKrruwe9DJLnheq/gdH5e2S0nVnFDouOnHXlhxbuV6bDg1ybN4Y
zR9j24qCAisNH9SedUG6vQ5FEsGAivght7+p9naaa0ZFWm8iFgTudLOmTSQ6GYu6Cx1LYPSXxVZy
0qXSctHiA5776qybd84yWidHGdzmpDpzdumGMsrOWRWbvto3beordmGgEKjA+RnMsf/74Eeu3/o6
IAT3S4ECI3QqhoRH1yvv2iKtkhEh0XYS86O+rC+RzCpf9lOJAJbbPy32Cy390BPmGPvqZFt3idH+
NoSNBAMcDxJHKwedVsj1z0Bawq6FkMhfVYZ93yvDd9Fh5TUPZn7WkEE9pdFyVCt9u+mhaq9skVWf
CiLO+ue/xKJi0atERB0sJxxp0pOyTIPm5+hoqhfQ6yhCen07p5fbH/ztpiD2NWnTAeuha7bN3wCV
OUYuSbUlDiQBzUcRTIMdve/S3DqoHvxELFyvrUNyanJd8gDTCdmsrZw5El6BFFWk9CZORk1ULH4X
GZ7ua3U8PvQJquQX/CGbyjdGsDDBUNrTP0urDMbJM1LEXdTFct+5sm2LQHHk8H3UW5wpFHd2v6CG
W89nzIdF73el2r2vhhxPv9uf6+0asTYWHwwhibWzuYlSQPZWUZ6yKWWaq4E52k4AKkr5T1RxDl1y
KF5vj7ezPGQnhBAUuai7bLMznJP5652sDZ3UFDZ6mLX3cUHy8LW1Rj7bwWBvLydAa+SC9HC4ePmX
6x1YZ2lqza2Dy3muVs27TDci6/uYjfjXI6FRuM+gXqzRV/Dj7UMlV3CetAqZRmeHvnl6zsdVqHpu
8/qrTv+w86vK1mPfVav4nSgSKuRyiCPKJcrybMhiwH7Bq73PTQ2L26eOhglDNLrOh3Qp49dFLrXu
qw4C9OcoteL3TuTKp9FVVBFWFfGQ3+QxbeQsN5BLBEHYVSdQRhbuxRHYvmBUpGXhXo7t390A82sO
pnqck/MSlyl2jxBoxUOR5dLwswrx8sDLJxVOGHpw3iP+LiLFLDtJh3OvNK58HIjw4m8teE+cC/Re
6GgPemjfGkKNPhhTptV3qJThiVFqeetQFLPdv5YaEaTfzq8AQVBqAW1NtcrdyiECMNVj3aZuLZzE
8wW+7IE1iAL5ZM875XPsnA62BCt+fWRhIKEk/BMQsVIWrncEhim21gHvBjCcx986s6lPPcJLH8oR
ZfnbQ709WuSm5KjoKJEAkBFfD4UPgGggeTahPjbFJXK1+NGZ8eMkd5wfoZ0cJeA/e1zXc6ORx67i
4ltfmm1tx+hnA+wTCN45snAznfV2+aqnMpGXjP/DU2kY0T8dSrwiJIKNxId8rswiqCjMLIFjR170
uXKn8TNPdVL5Gd3f6NFsW+1HVTdt4/O4NF9lb6YfkqmijhInYnGfkXwm0W8GMd4XSop8HNmWPgVt
Zjeq3+uJF6Nq51lfnM4Q3yx8tl8brS0j37ILqz4VIp+Ev8jU+tLGhawCQDH1/0pjLD6paal87wcQ
cmhKjO6XmPpj4beJ6O7p3OZLmJSy/ShSRf0XrDky3rUXpYvvzCUB+7oaX3Vpyi8Iv9kPeZfp/84D
liWhbS7JP8R3bX3SJjxe/DrHuvf9ErsF3ZG0cT7GQ959waJooY6uRF0R1B3U8sci09zPCwQ78Vx2
sWr5Bfu0/rTIeIw/OJFh9ggcdOmSh7pQS+tDVKAjHniEXRw89AIectebvhh9bPWBYjTDN6Utkg5m
VpvM54ojgAYn8kHoMmBVmYUSMFlBVSPKPubZajttapF8HtFpUn1Zol7nawM10nNFbeJVKinpa4lv
SB/YkTmnvoT287hIrxo/yGlRTkLQBTvY39urfBVOJ5KlS87ZhaSx2d8jxww0MKCvyW7rB6338ieY
IakTtDN/cDDYNj9ZB3N4agleoL4Ajbw+TH0PX2KWloYBqpoHUy6dsxvJI5DPG+jb2tlYfft4mdYC
nmVcD0P73Wxg86mBlpaxcipdMT1SaYpOluDe9Vvdmz5FwpKP9tB0iOfmrjn6uasqaaCVWnOEbMXb
dR3x10PNL1q/84q/XjXCt9hMFAT1ZJod/CdKwrpXR+bKAF7M8lp0yu3E+joKPG7NzlypgFqDjIIY
rXK5Q0klReK0bKYeKIGu4Pde9239ZcL63QAvNcaAKEQ5xqHutZnjd7Vs07sI2wYqW3Wv6gGAkj76
WFtpZpyqTi9iP5qSSDtlhY3rRgfh4qTFkfzQDp3gf53H65Xj5Z3vjm4lzgAVlyHATnIufWkNzn+j
mjTlxTOGJD+liqd95KZwylPeT977Vu+mv4pImIvfJJGVXJpK9N+spK4/uLLx/h5MhSMeRx0ffRR2
NwWxXZl/N/UAqDNpOvkc5TDqfdEZmnxth2x5jfRa+Z5Vwn52EBVTYaW1Ygw0SyBa2hR19qR4HjJ0
WV7iD242evWYxvE0PJmqdL9VbWPOONK0xX0XL50IsiVu1LPautN3Gn/9/dxOKYCQLNJepen2lq/I
CqnHTFTvaSJVaTiJBXu4xnWzyJfSrYxA6E76Dio4u4tm2vwKGd55wDqA8A59aXooRRVJ18c0CUeH
HkKLvJBaocCZ5fPyKPKiBDKOIUrgoLnzF+eBX6gDBniQqrQEfNoC26E6V6rx3AhzhpjmTuknG36M
Fg6Z1ZCTxdg2+q3TZnUYDUX8QZRELS/Sbdq/4lRFDVrgSPiZDl/p+lOkj99LpCYV4JBT+UNVu8W+
q5AuXoJMKdxvUyJahYinE1kA/MH6RrF2/jTkvfscu/jABrPSe/9b+PGfprbGwAENDvt7X2lpEaiK
6X1WpyWKT50dR3U4l4vmABuKdGR6E6PGz2AUUR/MTiTeS62M9WDqYRH5OBeLFEyOMSV+Yc9e96Uq
3O7HoOTqfAIRXz+DL6PpYCSa9VQsjZ6FnmwKw28byL8AExVVCb2uSs9toaAX1aIFYZzpLTo/yj6f
/yWJd/irG10a/X3uWpCzl1yT/5FUlO0pdqflswVrZf7sGAILU8zYlS5IynZUnsa5tZrAid00DYfE
sT+i35J8krAhrUcr4+v55M8rba7tEmRISzspLpwj8dIag4ufWNkufcqb2A9PaDMX3oMlzGoMhmSy
p9PKtYv9sU/z8lQ2Nr88LufBuC+7qfyGHW43+Y3jKJc47XEQQKcm/ieZyui5Gt0mx/qoVr9ZwFod
vzAM8VGOuC1DdtDNkANBWqiMVvfBVKxcD+x4Nv4d2tzpfVPC1PEn1Fqe9dht2aLZkH8SUJH1C0JT
+WM2RK715GgRwEgxm7V6j1OGaQVpmiVW6ovSKfXAwmL2yfAazJeUSee8Tln6UkZreW3Kluk1wkEt
AtQr7NovomwcAm8CdzUZet0Qh2gmBjkVnLJnm4RI3EVDUr+HlW//XZej0/r9gp1LsLpVtWe0bOTg
Gy2b6sFMjeyDUExBWG7I2vnaZUK/FGNCEmWJwgjixBbyvYz0PPmoY/DbBF3aVjnStLRwfVIjzQ2V
fpheHENv3RAFGrdH0rWePjk0HsqgN+IIUI5w88q3MTUffG1Kk/ystGUMocmN4uWxM8c2fygWM/2f
EpG23uepqOYThj+xem5c9EsDgMyOF0Z8ssV3p0ngFjUr4wv+pytz10yyZ7TJQZLoaNo0D1BO7Tq5
pFFdxX4lFq94Nwhb/EenwnFOAPln46yYEmEBJ5/Vv6eRrq6Posloha2WGT/IuImFqjk1Louk7Bj8
H87OazlOpW3bR0QVqQm7MMyMcrBl2d6hHMmhgW7C0X8Xa+d/PUtl1fq3JbsFdPeT7rALGT6iSNKk
sezTCUyOP/tAvO2yptPoism8NowuzDiKmzPH5QZN585m2/X8NAif+9z2H7RvuV+zIpyL89b3s/cI
HVjVR9mFeXNsa2k+rZXY1l27sn3w55xvgjtQjk1KUW9sa7vur0pbNN/MXV4mxqFUPbm6CfITbrbt
cr3qpVWR0TXWp60ZJq5me8mvNRKfgnmF3X2mZ+dqxKXa+VO1Im4ezZs/TZjAYRQ9Dw7HpYODIo+N
WwVPerCwb1msyRcHgMRbkNQKYE5UF2Jh8bENfg+LEgPYA9l+4liaOsL3xaivZjs1f5TuJvvrTTXW
E64ajkrKsfOuKxT2+lNf12PAS+qG59TzyB7Nwfa2p3kosxuDFJXMIuWzZCNa2ld+1tcfjcIwRwLi
2HwrFt3ZUS978zv82sKO0nSd7oaUbX6YF/S9rhG1GjuQ/64ojiIPw7O36A3CEm61QzTWJmY5+Tzp
MO4B/hxUC3/kAC5ucG/CfJiQlC/7RYLwktXeHgvXr1LvePDQmqZX8AHTQ51bK7FyGNB3rFRq9ted
1RMxcRorvpBluhjPW2HXxb4GrHw9FzovYhc/8J7swDKuSVMFNCp2/VafsODrKgi7hXLRB1w7FOZF
2btYQE/Op2GQ3IXFpoqf4HYzOzKkW2dXUhWrHXWOrtvHVI7wAbtN2/KuDJA3edlIvYvbjolKHjFd
2UKML9tyB7/k1kO1WU0YeU6TqmTlWOs401btUBlMATzeeluHyNMrwx81210CFG0b6XaM43pO3XLN
D7XfNZ/MuizTqJJd/zAalf9NuQ2/VnqZQA9oGdaHvoQdEWcZN9WxL8IyjMARlK+FUfZPTJTdKdGV
5S9H9FRnG8uaaipjglOK6L3fQxbpvNkuY0rx4Vj32UoTIrNzM9LBwu4YRjHf9ZbcNCiexZpvLWuh
UtzpJ24sepk+Y9pN29zK+vTZMCzVxhmImm9LVobOQUszRQe+N/lMqzkM95bsTP80F0MxXPcC8sRr
URRkcn6pxOtYmsYU423pfw42uh8HW9RoR/m2StFpK+rsDq33NIhoIqv5TuSu8qON/xWIYEf/Ipxs
o46WznZofGSF4a4H1QUzYaU3S4p33DuJowNPHmeNvTz4ai2x/UpN75HCKrgabTUbcctqP3EvzZA9
zlDoGJ3aqY9uaXMSZYEF9KnKlF0cTTrnYZT2Q/oDCAFkX1I4M//gV/3oJL3n9K+l5ddNVLraug09
vfFZGsv5lNNgQN7MqIwzkkRGcFC2dp0Td7m89XeRhEiulvmLhoHAn3JRpAJzkB7kUpM2mU6ap+cl
mAszLqXIh7gXsygPaFdYP2EoGPvXyCy2ruVUhyp1AnVE06V9djqR4SG62msfOWEht8iGsf4VRixx
oxpd0NFWjfsBUaLt8rjLymC+cbigyptAl0vHWR7BmiCh519vDUjsaJ3lkB45koOMG2/a7tx2tNND
oLJ6jQpAcsRV3x1obAAwm+Naqz4/KWjKCh6GZFZejgIf4UwF+lzYhuUfra61X0VLG/iE4A+HQC6m
+UR5VFSJb7VBeJtXeDJGZlrPd7UjquqqtghWUe8UqM+mTE0+mONgTUmuNvMbnmuDeUwzexhOZT3L
V99cGCVRQ2SPYqaQimWOEFwkwrnHWHVcGRlMJkZLmdcG12TWDmR0WqXNicaV4R0kE1MTsXaHs9vm
xJsj8xojj7xdrA2DHzyzKeY6D29FaY+RS81Btwo/hIEkDxJKjLXG+DENBe9nRGLo85ih8MPmzNcg
NlUekFC24ms12pOMa1yCuIzY1oRy2ie3wyLRThvNEZCWzbDKoEvhyzWq7Gm8a5e60pFs/A2MnjfW
fRwM7NvY22rhHN2MDkKUihDEON8e4hYrZzrq5159H8vCa7l6mvBT6anAIoMc3LSI8M3xylPqzQD+
mOz0AWkYfpxRBaz5hcTZJVFzPR1Ecs6cH32Lflhk4x81HgND9uXHoF1CJhooovmREHrRMPh6WvtN
6NeJ8p1qTDqwhSICiN73cQONh+ssDLEfGTajGU91UbjXm7OUPAZ6U9apEVXjxk5XYlu0OW21xTAT
Fyt2WqUfxZbPqMyBt/gls8yrqQgK/3boJM4pdhu0PiEQSarHlGv8ixITEaRkX25RtXnbLTcDabXT
DaQmOPzav9oqT5+GppWfx60xmlun0quBupxYkjl3kK7ZGStpXIZ+9WLqdZWxTmfbY6oUhDdltoon
vojlxANlwBHOhe0nRauXT1m5gnOpQKxZsatTp4wXkfk3NoIrHofL7O/EvBLchyJoC7hsTEYP6ey5
NclWbxzKwVBrHI6D99sTmwhvRD/ln3KMR/j6Si+flWI6dagmY/jZuSFtLUu7/pXVudqOg9FxHhfH
Wls6frK+XSpzBMxZ5f1Ht8tIM3VW8pnnCfOk2JN40EeDYzdT3C59emNLhOjiGYKpcyiWvKljncn8
g0ZHWIJ3HYC8FGGh8ps+V3OKb403dxF9zenD0C1iS/SYu9012vLiV+4XbnUopp5y3LPmzD+vEMG6
w1h40xwNVWi8bK09dLGgYdid7KZXR89WTRCJ1oNGy2/QFWtMKoFRN52KNl8vJccu7IsD29P9TuhL
v+VGiXjUsPQK+3Du8waz93T6KeSk7Du/2eoxccLJ+7UwJcE5dOtrKmkS02isyqI8zGFJx63CGagn
bDf8yuZgS/bTMjb7h5IZ29gsy12YAA7AyISkWH+taZFfZ+Xk9ciTIAMTa3pir4PhAq/EDb7hoJmt
wcU4KvcFkcjgt2+tAl8LawryQ6mX0b+dG3d6apWXf0GszasPhTbHKqJxO27XG157v/ACmK4CMq4Q
51Gz/mGZlTkTfwt6CmoI1Ae7n4vsPJmQ7c5B6swcQHNpfzezPZdJRWJW0Qhtnc9LW+tvyi87I8bi
xOxpwjQhTZh6HpbzznXrI9FvroyEdrWMVaD8J2MQTElQjHYBwqaI2RG50+62Jq/icukG+wSLBTfW
VmaOH6FBVPyusRTII1gC6HK3oM9/ThgbfVflmFeUUVVbHwBNqYpypiQWsf3xn1vmveLJl1zLA1lZ
XdJXVPJ+9lOXr4ERHj0hX9uME3jl89GUWnw2e82QwAtLPUVO0fldVHLPtMmwmOK39DzqCV3sI080
F6i7ywJYM/uLv7tpx/kTxJOsiDMSqA/G0hsTicFinCUDmiCC8zYQnLViOlshWhE56Yyn7UiK/0k2
0sG6fdHqp9Fm8r6WRfajqbr0dVmL4qsiW6ZXjQr0i7SQa47TNtteVjzMeT7XgMlau8EaOeiGZLFd
gw30qc2KyCoy+25YqXEgm0LbTNbFyk4az+XnYe2m5zUoaLeM/VhWFNOSsDjQgFYHIydCxCh79x8D
H4vVyM265Yn7mh5CuRjzt95wu9+yn7seulLhD7He3KqNNqT7nhD0cj6kKq2uqAbUb7FNznPOCfq1
9B3AvZrWSUfJb9K6DXPHgx4kTW+OUjR0g8ikBsXX3l2DF0llqKOcdsM3yxq7/ACqxS8T2Xuk3+gd
j0xWxDY80sdZa3LrqdQxQ5l2eBKUoMW1E25wA0q7cb4Mudc+KtvW38Kqr/StXOtgZjQ5+yIypZf1
t8WQB21C+Y0e9hLO3aEYZdhdVYwOfha0+m9CvCDba0Ql/Se0ynaBOcaOfYz0VzAm5C/N/bb0+imt
dPkdlvl8g/ZdmsfulDsvxVSFa9S2LQ1kxSj3zh+3LsO9yUM6GABXNUajasVr0ywq5Qb1uHLm1dMP
a1jT/bdcox3OXMX9cXKb3Ig8O+UyX4hnjMjMzjDjhjv7abMI2zCbJ3qTIOMEmk6m1dEoLbP22fIG
tV7T3XA/bGTLTP00hXOyWDgrRRkt+I2OY71c6YaeaVwX5sj2GQza+E2DBV5UDmtrxXlghHWyTs7S
xIOq0T2zAdk91IOD4lcWhlVw7zJC/F3jiPvSSQpezuKeSedrFVxlaTOXpGymnJ84DTSHsMtR92NW
tgNa1N7cxHWITm5cVYPzItyO6cWEV8Q+fzFa61bmznSd08hIo3mArntah2yTSVq0fk1JbS0MPeet
/zGvS/ECKLeTB/T4svKQ5gIngXFQLokBc/Tf6Twvt6vU28+64k69Mztr5oTC/Z5OpML6WmydPZ5X
WRtnbzUzxWDIU+mxmcOwPY3kL9/CZaGWdfrNPvapI5tD48ryCR9Z48H1e/fDyCy1iJT0/CcYy80X
WcxGkbSVL/poNGz+y2XFlzz2hG4pDWc3pRWwrISOgbpRxA4XeXXIp3THGo/T7irZrtNXktryNVcB
gdFPjT7j/AfMsYD+qjO9kU3BcXU4IFVVUm35q9kjw2i2CGRUkkQhFMWP1NFijCYNQAtdsSWrmcjY
YxPBWe+WCCi9/UJ64j279eKPsaqD5TrreiuMel8YV7VeJ/dm9uR8pVWjinO92vlLs9FIus3ReZTH
DIneglxfU6K4Ti++bBQueSJodBMeShpW58kP0jBeGf2/IAckyiPss04cVL3K/MgQN3sCMVXjq2LR
nOo7KzyBnVdfhFz8u2ExKoZslW1eAe4vOyZMAwehasLq1mKeNUW2ropHw7aI7YPSY5m0U5t+y8D/
9ZHUAxcjTs5wwoJ6c5vIJJ36kK7aIo2s22pKPJ2Or1vdgoEdem6NCMnF4QXiovGjZAP8mEA25DEz
i/SzW9nlwziRQcTbLB3m44i6nNQ20OPLi75VifayEddD3dTXdauM7GiZo3EdcPF5CQopbnsYtZ+2
52qstyb2ME9oor7wCDzjKKxb152Un6BOQO5FFQyF2faL/BgOdtbF+SCtq41GPfOFTqpTyWRMRCpf
SF29Rs8BTXY5tfTPPJdAzW1LtpGB7gu5flaGxWF55w9dSHokNvtnAybje+ci/BpXVm2RE0woWoRZ
waWtUI6PGb+NfhR26fAwN1thHTgZjY+Kx4rVnxuq1T15Vm1mFBH59jo5YjbjavU65zAZ9HzIJixV
xn63uK9dDab7Jsd+yY4GgCZ3q7GGVizDxnrQ215mcvmI/AasafcxxRpkB5XY1rMgkR4jRmqMdZu6
utZ70hMjOmZ88CVCIghllfZDTbXTPqV2s/1sAD0EV53bqpegKLJHTwbHIuvN8bwYVj7QbR9s+gLu
WrnADcLwbgrX+TMji6A/w5FqbiiI5E+jzrgZhsXmX1SNYT9u8zaG5JZ6AitKOfDQE4pwqgo2ercp
SQRNHd+tKTkrJ0/2glsfsr4KDlysWUjzZlby3AH2onvU14hfrHjC17dD7eRclu5c3q9uunyRhO1n
h49TgOWa7N9dkJP17mp5t5MTdsuJZ+we3LLsSWPLJaVT7vAzs8A8K0KKGPjXVoc15ajPNo+wunDh
xTYaTCAf9smZU3r7tPbFV2/xySDsIS1+gI1A7mlC+bOMfCQ6wjsGvDT9gtalQYW/jTAPKztUcH3X
BoQmcCbDQ95mjRl1HpphOL97U5Z0rZw+uiGeYTeKwcaYrDX0OcphD3Zu7209jiE4Y38DTVL1x9Wg
xk7MuSTY2EOebaeQpvsL9GhnbxsLKpdVM3I6r3StVDSNFVyyfLAyMEaZ37hRVQYBPSCD2EF48LI2
cbcWUUGSPqs+FlsFFDIxAxWaMnLkvIqjdqbGuG/oPWNs21f11P/q82HI75csmPEuGIuKhAcfS2fl
Fi3syk7qejEAoOgMSOdwrwrG02vsjY5UL1JJuZ1IYPrMiMrUAdsULoA3Eaazc+ODPS1ugBq9XQGR
irLG4x5MfGm15bOTeVKnkYm8aI2E6Cqdjy7mu+29bI3FpBFD0HHPo+lBq8JW0ybLbk3DeDXzZm6u
ymWW/v7vmqK7ydGrUB88S2+kWkawBd0vDEZtUhvGfqwx9SFMhkh1hpgp87fZtM5iqez5Tro00ZkY
9Lr9jZC13rqYcTKF2HHovSz9nYabj3+0W471zdhij/ta4bwy/QwsYue9GXSpFy8Izy+fGLcM5sdG
e+RCcRp6jfWlM3phese6ZkZ4Ti2tGSqPzhZsP42l2wE9pHP5txbobHVimYFpYrbbca+ERMwJPjuu
YXK4LT+z6ZdVSAojkB8M7ojUUwdAgQ4MExVUHireDuSJUfnirMWmjA+NsDsyDTX3gmFJqocViPNk
So6UAHcRfPek4/nflRdU/nQqmJNmeeQuXtmPdKAKt/ncB0SZnyGla5osweIUN0tR1NODWCXi2DG8
NyS/c39J/ZtlgLJxKhytm1uTCt09BThszElN63x78nr+/i4yA0YFSPjj4PczK7Kl/ujlprF8TdeF
sMGsZA3PA/ubR/OsKjzRFlf6ypo0ITM3bUYptNfm4Xo1FKLO3uhX+jw2M14iU1sXM6FSjeU9gKhc
HrvZV931sJlbmWjRONVXlD1SSZ07BkNC19M1zwNQky0q23WzDo6xNj6zDJot8SrcNvhccWKe0QQs
l9txFVQzm0l8TaZlQhYBvef1i8qW/NewbNZw5XEJVIfFrdIvRjZ0ZpQZen5BZTOzj4sZVs9F1zgq
gj1fY7JE+HMTVMyq7ms2VqlPreWEyznr+aWYuLGmVxnH5acSshQHE6zzegKYab1AQKLHJOjZh5EK
6cNFkGqMRyapWX2ognL7ukq/e4YPbX1cg8z0KZjGIhllXrQMEcgRo1xCt40YoeR3LbX3Y4B6B0Bm
d2xElHpp/nUas9GKtRgmHTV9v35u7G2dSWS1aR4sZcsfK6Lkn2dVLdcGyX4NLKbzrtSI4D1FmpcY
DucCk8vqyilLCWZg2m4ZA+k66TLt3nScnjnabMX4pl9TDHrdYq5uax+TzJmygTLS6fsm0rnd4xHA
YJzJPE2g781mLR/7rvdpn/q1bg+yBt5+2HImv88lN+JH0xhGetJomGIOIfx8Za7hAEKoLQ/QR87b
/VhIAWi66vTwGdxR8JxWjVUdszb1/ecO5+9XiaElgB13ET/DTlcrzRgxrod0FU0bi3mpkiELl13b
ofJRakY0rI7nBRfc23GyZuQ6atlcaXPOzzNg5u5OQGUqKKkF4TscWnoZyMkxr0Fskt7PbJv5LaR1
Uce9SsuM3vOIfy+Bv2XwKVPfjaTwh68yIzYly9qA5ygp3YnGVYjzrdrS9UxbK3MPYzA2+Q1oKqPB
2bBo6qRIN/WyARMYE8rI9XvjWfkPhOyDIJpzsdw0CD/p4ypl8XWYZuDKQZ6Xj1PvFowu7aADt7hu
E1OWyR5uqJcoX5HhD+92ekMWW42XTzFIH+YwDFeZ9k66xfmgb/BdjTAcHQlWunaNSKbb9CHPqYwj
vLgQz/fJdIaDu6zL41Q6uueVLMKMcm6gLcoGv+bGs0IAV5keuc7DEGn1k0VL85XBPsgHXSFKHbMt
aVyXW9HfZAspVqKh7mgut92UUGyF/FJJx/1ohktaR1z77Bt7XCf71uiHoYhMJkGfs2z0amq8EUh3
Nw5lcOQyCvIjZqr5UZm9oWKf4ZV1rK1wfBJjtu3YP2HfddngPSKtg8xr03GJR8ZWBWuSF+v6WADN
/eAUUjY3Q+h1eZK6usxiCehgSlKRZgGzHpKMYzAwFd9bCLT1tVBZTy/TEvJo2U3ZHFXvhvR/KABp
wk6LjtVqqa8tsdeNawsdnFcoFu12kCbYN/puuZ8lZh4WqKT7znjDJGXtPlvlFhTJ5hrBN78bAyeW
sl10wuFGPaFs2gZ/92UM3StpdtOdXnC5ilFCosseNE17bXcGLezcopI7kiDYn6TQwy/uUIZbVWHu
zSI62ybl52IF8VBiBv1SlsN2LoFS1PRgDUazwIOqlyEfxEdrQZj4xiLePW2N5ZEP/B2k+S9cGWhx
ZJUCVI9McrpL0aO2nlZFUkUfti+HY7Pk4kqX765ySYVF5Be5IxTAUaYL0Ty6QMJTpEiv2dog7nt6
0H7N1xedBfapAtOxrE4WF6iRv/No/8Ln7Yv+AweFkUlHcf/5/8DvVWYRiVJkqV1chm/QSe4+dFgM
nBpG+P99KVyTAeuiHkVUuSRsocBj1WvV+3FvgStwgmI6ZV6lTrkl23e0Si5RtbteMhqFED4cfGEh
E/35VPnctxw7HcRp2bdRleKWUPlNcVrL0ot6tb1HYnhjg+yAYTypkTcDGXjx6aq131IgJCH4gdW+
qje9XAVcpO+8wLeeCkQznFYb+dN/bRDI7I1fLWUYA+HDcHYGAe6kVnWotWDsWw7iHTjlG3vDwsfd
JpGHLcGk/s+3aIMQH0cY/nHoye+Fa1aHbAZjXqjuPXmQt94f0oioVXGxsxsvUKJQ5GQvjSKM6YAM
HwAE+Hc1ae877+9fhL19W4Tw9NgRHvoKlzzdXgyC6pDPZEw08buqt+9AbViHITCcBy0DHZd1nj5L
b7E+MVlUiQ1G5sN/vkvg+ID5domZMGr2V/E/B47SzoemwUsdB6DzcRECVQGl5Tj/1avEgty1b8mA
zh3uz87FQnaZw+TG8BSWrq/dCIsB8GSz2duv29y/J9v5763CQUMraofeck+GFwfOyK2R0QklvJFX
y3fmJww3VzQRPkO0K97zmL4kbOxPtnN1PWeXnecJ/3yFZTlaKWMOGl6+Fdz1fvtNMqU+ktX8oPvV
xPAr3EOV6fkdKs+/L2jW3RU6OH87pPliXW8JBoOEnvMgtDj22HXFUrn+sQn7/mBk3hqbVmMd/75f
3nxYHIvZM4CNIeD8+bCASRZXVsyVJpoZcNmBuoPxW48LhoPR5FYysS0JkhRx//98/Hnc3Uhk59f6
MID+XLl1JQZBzRLGqbM1n2qjaZ9Xp6aVOi9z8/D3p/z3BQCFF8XjPf4Rjy6FYwpnLHstQ9Zqs+Bk
zqs8WRtzhL+v8tYuFVS0UIs4/9al+gBleUob1ecCXcQAY7hjbqXa5mYFH/9OBHprrwgb5hdkUn+f
Bf358rYqHKWPAlMcgta6X6Y1vXfB/nyx0GMwk6110zkiCShF8vdHfOtFon+HCxqOitBo91fwP9eL
UZr0PxWV7TbbzdfazkRzqMPJmQ9/X+eSKrufQYiVPoROgfaYcxEbRsPC+2D1QqgEUAWRgOXElZN1
YCIBfRIAA+YzSvwcAEHez07wX60q9+W5xoXP5BJd1Evrd6VtxrMMl+MUkezYRaw9Km0fw7m5RNvQ
nN5T4Htr56DZuGuxOvTtL/U1c0Q4yhUaaxwoUx/xgHlKMQ064I8WvBOk3lvp4sWiILoVq+TFZl4n
krqxMHwoq/TQyN69+vs3fHOp3aPVRrYCubGLA047K82G1A1j1yjc7whV4ITuFP2nvsjf8yj/d+qy
W2v/v6UughEJhqcYNIWxzkPEqm38RDP6Zwke3wJAJt6Sf3+0y1vTFiQuu6KD+Y/Cs7hYj+IGMTdV
qWQ2ZusE+2gBmrWGx2r3DnCcRR/9jBaOs9bjOzfZ5Uv9Z2WEgeAU7lH3krtY2gpOo22rJBir4HfT
deFVxfQXYXyre+cMvrUUiokmdzNqg8K9uGM8hPfrdTIVpFkd/AZS78bQIj5OejDeKxMuv9/+VNDF
dn3g3Y3h8rzVtRrsIgPFajjLHRMX69PQzEPEcMJ7roP6PVbc5e3Jcjs5F6UYMIsIXl48mTUpjE+C
UCeLUYCR9IKT+Ic0AYeCoWnX8XcwvXvny11eafuiXCfkZe5e6IUXSWghtJz8DmRmwJBzd8ypzhop
kpcBrvCRjEMkNHm661zJ4Fu+LvOH/7xlSWn4ipRHDs98cfB1xhBtWJspadZhOk3VseuenSZTj00e
iIRRawdkpHvvod/YQzDzQ6TNQnQPYU39GS+0IplnkSmphpI5jWcbW0yG6v3OhgIswd8f8a3PurPx
3WAXwGUz/bmYVABDyM0miFJOEYeNN993Qz4+ptaaHycJ2MzoO/Odz2q9sXehTCHTivwg5h6XSuV1
4WdmVvUTSPTBvrdp2zJ1Cbzpez114Vnqef7o51t1XU6j/USFV7/SFHYSCWNX4n/DqCwNm4LOFHSN
JO1SJ7IwF38vg37zrwShtgsIgjG93PILRTqu0iWgZBOCnpyCLWKXiPNQG+N58ET94+/f4q3d7kN1
gZAOdsG8zO4ge7aN480qcUBFG2AQjTpNHBBNgGWW9gYv1eIAeym9qYp6PKdoXujj3/+Cf1Qf/pe1
th84ciMPp3tEkYFQ/LkdBpqc9u5glFS919zQdmuOPv7nZz8rqkM/rlvcjZO4G82tT0TdAePmCydS
qYpRCgCnv/85b21OrGYC8mzEItxLKR4A/Fna2YyYtzlvbpp1Wp+0CbnCyMX3qs98ZkyLfGdvvrUm
kg/kvojEEq0uwtRcm+ZmzNmUwAwqY3e19T6Kmvyncg10FTG8o5vQpK7/TuR4c13MAnalSmAJl45o
FlPwLafNhnm54zE/mNpdOFbhQ8o0JYc2a5j5sayk+84nf3NdxA33Ww4i9+UX76Z8KZRop8S0a+fs
l5XnASueypsU1vdBd6vFUAQy2Tv3zv4aLzcaR4sQhiA2Ao77WfifpHgG3qtsB6YHgpn6pSiW8WAr
T7z8fQO9caIw9oE2zgFGL/JSRwAsaS2mcBsTb+jKJER16ApaACCKMfsNbVnHo73YMamBg56/cq7+
vvobrxa2pomBp2uB2rvMO8gT1qGycrZSXXo3pQdqPsCT6USGOiZTa6MfIMf3BHPeuLRYlG4KWcHO
Yr/Yv0QylGZDYpZSzJBRTiE6rzTVKz8tYl/M+r+fUaSO7D1I47psXsbIYNwFl71gStx6NW5Gbxye
cpC93dGEG1nEZj1lxzX018f//m6p/EnpeLE2Vsx/7p8JxoQATT8lhtqm09pZzXkSvZnAsg0ebfDq
EASH9en/Y1GX9oaNNMqeO/+5aN+MhVkLIrNX5d3N4tL3HgJh/Mj6fjmZrX2Pse5avXNS3kgHSAPY
wjbv0UaB/89F17T0vdpNp6RLm5Emt6M+THhs1sSHAQrq35/wjSQdYwu4y+xaFrss+vUEglDpmYRr
hVvsQB+7FvPmfDCYY0YT7O3YQaP7OFXb8PnvK//LfJTQwyAUB9ldOGu3vP3zOc12I8SvIXgiOgXM
J1Z5LxlC/oaAsR7z3sEe1ekH8SPo0x7uOhhlwByGbV7XGH+/MI0BkGjPbX4A1QRf4O9/3VunirjM
waJJSRFx8RGEnk2Dm5u4GABWC/BKhzyUeXdMxs0ozfR/Vfb752XQu6YDS06GV8afL2PNA8uXkpIl
V/SsxYR6gU1z8lTYk/3fA8CuDwxuVOzqxZdmOMyKnDGHD5akYMxPpLyfWk75iQuG2iUcxENoN1Xy
318nhrjo3iGhj//OxUGC0tZ5gLhVIpqOXoHVqoe5aNckTAGWuHi9Pf99vbduYjT2gtAhmQtwgfrz
dQatie/m2upEu6l5XnJlwaEfpxfYjxba001673Vd9V7f4K1Ng5ApPi5IXu6qiX+uqos8nDM4BUmr
hBN7oQRZVhfGAWCgsUsSOO98yTduCgeEsOvwPTEDuVyvD7iBGTvPiViz6q4XxfA62O56op9Wffn7
C33j0eiUIwXH89Hy9faf/0/4Fhu9zm0rZ8aQwC/9QPrQiD0IiIYC/I1U/PZOWvbGgi4sa4I4s75d
2+/PBdvOhYECWSKpZJYeW2/+1biFfcYqrUf9qOvf2aBvvErkNNH1ZcKLpsRlWcQgXTH3Nedk5NJK
QPZVJ3ANLuhy7z3x8H9U3S5SoT0PwgENmS+6yRcXn5cDHfOKZUmmMl/PwkG1QBaGeipVaR28eRop
P832sVCjeT328GvEGG4P5qyyrwVK2N9hdbsoHDjDWe+GLL4j0g9ZOqj7gKLvmv1QnltILOcsq6b3
5MneKhjgKVCk0nQU/za52iwHC03wb4kYxg6IUAoRS9iLuMGirn3tQHKQxa5L9jkkHl91skB3BKiQ
8WtyugJSCIIA4+Hve/ONGMY0gDGZRa7jM8D6c6uYRocw6sBWsbzJAGzUBLv6kkaVBURXb7nVeTPC
EXJl57xTwL21Mr15GtnMIlAqurxmhMIPPs+WpDT9nxhOuCTs23QPo1wk1mTXr96oi2geQ/VOpvnG
dmUE8n/sncdy5FiWbX8lLcYP0dCirbIGEK6oNYMTGIMCWosL4Ot7gRFZFWRmZ2T2m7xn1m09yWKQ
7g4H7j33nL3XZq7EkY3bVVXff+QI91fZ18oUAEWPkZeZmUtGoBYYzfizGO4/WEqhbK+vQy8cvsmH
z6j1eaSxHU4wG8JVnK+LYotSZ2KGOyFunJd2ZzXq+JMP+AeP/7rSEEFBYSCrH3vos2IMbVZhbK9n
CCcyili02uA6douYSlYA0B619+e30e+uKXczBaaxziZo5308oTD6r5TJHmaevqQ77ZS43KqVLrZI
Kf/uXFDlpbhhIVRQxdi/y6Or03w0UwsOxiq6POC9S9xstNEZ0dH+SSHzR58K0pTGN2gDrfm425dK
Pae2Kc0BVmA69EWrD56BaCVGpiTy4M8v4bqNv1vZgAjSmISSToMV4e2HJ9HGJoMSFmxCglz6FAU2
o/5lqQCw/Pnr/MGHYu3hwKNy/fg/5/3tr0RAD6JGm4N8hIOg4/nC/0LOb+RUzeOfv9Tvbv+Vi2hS
GrNic/R4Y1v+sPGZmQOCYG2YY1ttdv3Q1UGHu9LvB2ne0Pqe72QlF5s/f9E/+ny057QVJ8tJ4GMY
VgwjD7OqgugI+RrcDDW5LGd6dlaPOPZ/8lIaEQTrh6NWen8pTXxvCqrFVd/Uk1JrdKiW4M8hiXes
b/O4/3ia/jN6qc6/3QjdP//Bfz9V9QziK+4//Oc/T5Kntuqq1/4f66/965+9/6V/ntUv5VXfvrz0
J4/1x3/57hf5+99f33/sH9/9BxYIfEEXw0s7X750OHfeXoR3uv7Lv/rDX17e/gqw9ZdfPz1VQ9mv
fy1KqvLT9x/tn3/9hGv7h6u+/v3vPzx9LPi948d+TLjvvv2tf/3Cy2PX//pJtT8zDuUeJqketCOD
vE+/iJe3n8ifGWIgRGKG+NYk4nErq7aPf/1k2J/JOWFd5oTILACVwadfump4+5HxmZEg4DTERLRa
1sXltw/+7iv691f2C/Cg8yop++7XTxzoPzzTlJcMM5EMrekbvNKH9T+bILURMW/5jOUxSzq986Wk
FFv8Khq2Od3Kl6wcUe4hmbW/hEvOwMeeByYUTcd+qDi5fmu2S1a7kiK1lhsidU+DGZPRNl3qOYa6
b+mTZyQZXj6lUhVsXHqelzR8m+pLSFcZbMeay3AgrA26Fu4XtQkQ4ViJlxkh9KRhlqsNnuVQPdL6
zBReJuLsmqsG6A24xvQ06VUrYZPWe6gwtd0h4a0UGbOcEDPAW3T8+BOMpEkDyhVlk8U6vlFjCmXS
HYocpTbwsIgYkNEZ3W5uINKhFNEMVxsl7TFPpmZifGbqGGErvZV3qsikA7EQs2t0YjkfnbB87ZZY
OmQohcE5NXBqCPu5CI1VZooFBMc8ZNv8EXOkPdyhBCwzVyPo+KRXi/nUUGdaDCLV51v8mQaYPoAB
e3xpSbFJsEt+mUuEe55Z66OzacpwucdpUMd+BurjccrwRK9aPQhIGYOy3ifGKg9dAvxaJbBTYEq0
PWmsL30MiqKsE+PEGky8gE2Tk2kBL2l4jY0ouY10XibI2a4zr+zoe3ipiGLoSLKQTpTYsZZDOrfR
zVzrmBWcQix38MMqeqkDglR3sDGME12mDL2Xo0O+7eV0irwWBHGzRSWGgcFKzRbPglmJ/pB0Gkwp
faGJGZR5nBUufS0OHuFSWnsxl/2AgDRVnvEIagethnLlCoVmtjeOGe67HNbNtlH5OHy9mgGUjzRU
5CI4VQ9zoQ611+Lm5JJgktU9NJlj6PcddGKykfqauhpIzz0wksZxJ6vVMEyoZMpX0mzhpxzwhMw6
xBxfVrvheBi1rPRZMHgPo9VEYjeY1vxVk4zyXm/TinvGrqavIJdyuEM6FnQGSXqcsIPoU+iRU8at
1M4ECXgqKRDHrSyFsR9j1rzQJSuDlrHI5QrFyZ5FWMIBiRPLvCkKnJY0J1KMEw08jiwAs967Al3Q
fY9XjNiaKDdH5DnrV19NOWpQDc9XE0zVIN3pM6OVHUGS0atsZ2jQSzEUpi80/CFnE8bpxK1AIjY+
Hvd5GzeicODhqCs6ASPLbbgQhOqlehq226itHdvF/r7c1i3uYRcsTJN4/dwpIHqQ48dejM8/3kiZ
PuRegVyjd4dU9MeQfkXqZZGATmY2Tv8wDY12F9ptG/qasugxKsw27E40sr5TONXIB7fZkqXFoSqs
Ut9HUTW0e8jCRbrp8lS3PeglRr/N0z5Jz/D4DvJOWMrC2b9b+M4VAN7dii5r0LPmzmJ4M3Mp4YOQ
s82tZOchukjHmRBHq90yHSaoedekrfEk004AwJfUyXhht3alHKCo5MZuFQaJq6mWM+UhKTW9AGCd
VxPYQ2UiXrJduvuWG0F340qME8WXhqsOeyloEMpCCjOvNlOmfm7d8QWdJZCxw4tI4IfDZS1h9FH7
1hHHw5xocB5AzMWnGaSK197EAe7GmTM6LD3kNaNCJwJii+tBvsWy7tgBruD0Kesmq98I8nsg72iV
Fn3VCdV8WM2+z+PQA5kCF5AHxBjq4hhHxoI4wJTl27KHN1bVrCNBayqSsSUjIrtTGFT0rhGPkHRa
eNl3VqF2zfGgyAzlytro78oizIHL6C0WbA64WRVEU6mUrmGkiI/1Su0zjGOqGV2oRHJQ+dc4+bpm
+eqMijS5rWAQ5k1MxAa/trGIucTuaNeLqUeYNnHaVT7kJCaCFUyebKvmcngAU1dqLi/b3YEl6r5q
ApBJAOACW18fYtJxQ0VH7971UjW7rYELzg+ncFACCzJhsoGIEvv4fpV0L8mS9Vp3zWQC/Qk1BTk+
q/g+NKnHAkMorFf4nyuL2ykbZbA/jRUwIGeMauNqICI+niicjJgj/K4tdfseewHKBwkZ1NdWrsOW
xSM1Zb9VpbE7xEvYL7s4yVpnP2L/f+raZoCh2jfLtcSo+7qjLdntCtv+IllVuFa56bLN48g8wCIV
X7H/RkcDQliNlLwBrLoBR2mopuq6xT55IrqueB3QWyDlAkC36yXw1l7ISzzVsAhfJ2xYHfYJ0lL2
jsjxYirmwk4mIAtBqMuj6YHl2zJdi1v03uh1RVxLqWJfLoxt72xsQtUKvBvOmfm2dGmWUNwRA4Zo
PtQHmYW4zSCbFXwvuEbnfL/MYSNhCYyZFLRQBzAoWunE3CubVdUHeG2CPezHrd7mxlU1gJslqxFa
QBAbIKFdbGOo+TFCOV/GuoA2jAkvfsy6YbHdqk7xWyH3qoCsgO/VvbGeNN1lOVpe+TxjewSY2XGQ
Ho+2fhyWckrAF13j3rfLdjqL23iOAqw3UwMtCh+PK7flCOxHCeVmFXwzUjGkGPtKDDrf/Hbs/N+q
+BOt/T+rik8e8xXS/0NRvP77b0Wxon/m1EVPhUHPt9r3t6KYn6ycZtpPbGUMotYDy/eiWDMpijkR
ol1UyXqHZP+volgzPqNQW4fdBrMcMpPtv1MU81Lvi2K02A6FA+I+dL0GI80PpyZZRDiLM2AYSGvd
xLYCVej+QKRCaQ4XZT16yfzYg5VR8sclhox6M1TbXk1BFsUX8pButbT2pvS4YD3suiuBfaZCYcDa
ras7LZPdpFCCiMTANs39cNnZysWiggw27pf6xEzYNHlpUV+r07ZXeNYg1j1Bk3CkQIFZcGNOF3K+
tdpr6s1itLx4Kvd9hEW0diuwjugnAJnvlibfmvXWDCMPnvmh4n+yctk3EyAqJLpQNsgNrd32Jcf+
1RqMpbvzOoKRor/o1bmJgiNp2quxhLJVvxLegAXufsbdRc7cV9h5Z7087yUtd/UM82q0aw3tBEzV
JkEYNRX3dvaV7qiXVJFnJSZUVtWl3esroVcJJ2hnjRCeJ7WujyvjSg7VbTw+Tlp1a9hRMIViY6zJ
I5qodkV464zlRqmjTVHFR7B3AoCfG2VS9lI1chHZ/5RxU6Em6aUEIFi9E9XsK9MrCtrtGLu1dTEn
D3qzf/P2V1j/jmL4EYYlYWkimKA9LZLG05woCClJxUo1cwtAKYa6y+UXZXmyWa+dR8UcvL7VAqUY
mL9+XTevPkrOWaWuMRwFmbUz2ihos2wrdxDhrXs5WfazBD6mFoGElQr40kk4dvh/tiHGojj1OtoM
Tpl70UIzGgDmRB8q0RtvPTBkmuINsbadAdDU5hC09RhYU32qwUXoWE/B5sm5COK4c4XE2k6qRtw8
lnnkSSm3TqJ78pEY40MSd5zDOq8bQKHOyVFNt22prjRMm+kzexjCx8grSb3Q+/1k627bPshT4qtV
7uGFcPO09aTS5PvVthPUJDQyQWlFnomUvuRPaVDAzW4rVbIPenCrC+sYF/8RjGu3DHWvLpPtYp/V
PWwIK4jgF5RqfojM23H8AnjILfKTvAv5oLwHnoT1FSPjQRkGHLK4s8ovGd3lDjK5rO3T5MmaRFC3
sz9qk9/wtNk1LnFsGiOosQV73RzCONWlTdcA/0qWXRn3iIsE754DkDKBXpr8UgNSk+zKQkTuVM5+
XgLsQOvdTArAicnXLdXLrXOOKp5Exq9yVWfTWRH+pKX9NkX/oZP2bYFZo1oBxeP7sNYO0Q9tJ80i
oSaGJOKq+WsifKsrbjLBdxkWG8zoi3oeQWZwYD8urX0MpWM/W0WgjHFQL9NGCsW2ysMNswsM4coG
/Ap92/MiBEQBmMnh8FYrX8vpcmHbtP3+JV45h/yO0niKU7r6nPucqUXKuDsDzzceVfHlgvPWkiix
Y+DvCicqWs7aw5wwF51IWrh1pCpQeZpNds7R5hlvXHs5NvXnmDMBjHhcvYAHqOC6fRo/YnnugH+O
2VYS1zlvorTJMjNM1zTPuviy6GfPmLY/bC/fexs/9jLetOV/dlE/DLEGa+aIrXNRl/xG7rNzHfxz
DDJpmTJYRw8zY+ZSvofht9hbZW4DQrt+8r1qf7RxMK9D4rQKRtml3n+v5ShJtuiyATinFWhm6tIB
ySY/6s5zQFfm10Vzi85bKHAMmus2OIZL3dyX0n1j7acwyCAjsC6pt8A1eeqlec/kBbV+7viZifHR
3NXwBaXh7w3j1ruR/rHMvbi+czpL79+1wh2T0MkZ3Nb5SvArGXumt1jHc7b85Pp8GKh8fyHsYow0
15HOx28oGvJBFgU6FlQ6uY+hFF6Ojf3c3kXNz17L+jBkQPdAkcBc20FAg9L1ow9I2PIkIUYGvCgd
26V5aYXKPunEDjTybgSbVOqLD2LExSt3L2rOvoa2VYw9xxqDHkAGbBHjaV8u2Nvm9GZtLClZvgH9
sxLD7qDH+JDjvFhiOiMXu7ysrlISMwSsSx5ekfTPAIgD1n8iQJo9PDNPXlfzoXbr6FR0T4qebHtj
PsfD3tniZDLbw3SmyxfEggSaCvR2vmhjQGOK4Tvm68zIuUWNH/Fg0jdw7bR1R6iWMoc6J6wfxkLb
V/J0POXgoumygQsKrDbfqdFtbtqssc2+biM4WdIugvu+vBbSeZR1hzbe2p3lcVdAgJj8fjxVRlet
OrR4qp8oCrWK6gIm9/rwWs73CYkTRr+zygvOzazq9UZAZlIwUoKpd60vY9RuRH0nGbfrNgzhfEsL
PdZNLNEz7bZlB//WG/Wr2po9VGLQUU8Ex4Rpflbk4wx2vrngWJeu5zRhyvc828VBLgIzNQ7zQLSU
82orz6QagOEIJNoQonwcMgp3AADKZVqcjf1ukPdZfzmyc8Dw4au/izIa383bDlBUd/3g+I1t4CPC
gw0OsVOPBRCBNPMkzjIFQpDcHlwRz9tFm30zrgFAchyhaCMrNYsmv6smVk8wD7Qi9e640WU+ukMX
n2PVou37pbi2834bR8BJABn7+igA2uq7SU/8DgRtCg+ED6/RMnXeQjcGbqknteG5z5WjRQkqAIpO
QjbaNoICnobK1pqf0pgsZgoejeeElAqiBDRvaD0jOs6Bs1R6HOjUZrxcGZsBKMt9CjrDaW8zGnfC
PKjdttS23eoEgLQUmrdKGAXj0Ows85xGFUu5tVu3VA0beDGlfk0hsyK8gFhB2zOxJ54ayTNNtQts
9GFu8Mz0gEOcjZxtCvXeVqCCwWOth2inTfo2MmxvNI5Gm+Jxjg9G6uwNsDvCNkGv4EpeEhA6pVt2
l4tqXOXazWiMJxpeat0yD0oNHvXGhioD/xtTneZ1MT1iMAkAMIrwMuOT2NJ5HCqeMlw0w5OYNKov
AO1AEnX5MM6UBKA8hbURdnfonJAaJvVVzsvCpB4xmfWol6XeBnkt9gp8PLV+reSd2V/W7Qhnwhc8
W2uDQKAmyZCRONF9Mgru1RSjjwR1V93Hzjnln7BfFhPMTExd55AHwBap3Db22QCz1lh2GhVXobGJ
Fw4btXRtJHfDdI2Cei8BBHNEfJXhwFxGhM9l77XqWShLgUWDcuiepIrvSwfWoGO2i/1ZiEMcRldr
SSnAAgzO2lrBrR+PiKmeyu6uzmp60+wZ2RkGsE0/fJGT+EafMn8B50SuSUB9p3U7KTzpnCCybzEx
uQtYqCR6VWtKTQNzXWJ5kuLZduVSdHOGdjE/uJXB2aIwMaVZ3KrnED59+KSuNl/SunTpaVvqScQy
2413NPRd8qI9dB9ery+BbqrkoUz+rN5XqB2koKZZDBTHj6t9CSgBjtJGU8+VXRYP/orWiG8bCZZk
xxpbZbeOGAOxptYlRrAeJcDinFmY5c2G4Vy5bBuyWQy0rhr8uHHQ/SLOfYlp64QLXg67swZre2RO
eNoLCLZ7jQb0ZAJeMXmM24eonTdO0ez5ttxJ3A7pjVK+ltRKEjgHIuB9R9b3IYTUJL3tGF8sleKn
V/n0DH8CfNWwmwpmBTNIAHNLTOshLqAXhDC64/ZC6i6bbNmT3UAjBDF8q3tmsksWQS9EdXEDuGo5
g9acAru8YmtgHu3mfX4ti6O45S7N96N91EiPiqC9xlvpq95XpPNM5L7FeSWKZjSwvNMKfpQBddd4
EoIwLYXHViZ0gbu1lz3oLAETJrcxpA030gZSEJTq0hvYhzJOtjZkisgwXNW6M+arArIXOkRvyapD
aj8rMLpY8oZQOeJAvo2SmClK4RKs8NVeDqOzIy2MEc0JTpyjsL9BkDIIMEPtFrbLKH8RA9tmf9wk
9Pytcm/oZ/QZEedm4qKVoHvuInlbhwe9P9amKyYgTbgDJMInOLbamsZo4Tmys+sa2e+kl266h6et
UPugM/ZJEWItOKozw03NrWgelhJDFa9T5KdFmz5I0GJGo3nAkOEhWvXS25W7bIP1p7rfdNN1i/kE
gaE/ctM68gRPTXXLSPaG6SwzgOMTQWXVgPZr61Ti/N2LhnSvxW3H6sFOdhksKmlqjjDCQcnZ6Jxh
syCSp2ulwqV3OmZfRutBUfMbpTXRwr0WGmXgQuh05c+x5uYT9+myiePQhUBHLaj6y8PEiCdbNiHJ
qhyI4mSvDYsrYd6yO3cg104nTIqso9liAc9YibDcQ0/kCwOiAUzW8lfqPp1nbxrIMuLoWsNjHv0J
RQd9fr7oftOEKyw+8mPl0LKYGvW26LXdqNwsjn4BcCiAnsHDkm2zdtxMNnoMR4KpYriiAjXC8Squ
r6bueBgY5TApI0fzWMmvOnblXgJMJ+LAse453J9qNn2S5iacXmBlnHZasZdI31ZV3Z277FVOVggX
7Ip4XzqoFiq+mC8SuoieoDHCMl0jnzx41CdOEYKyZyHOBt8IOc5fC1wbBbAbGJ1Bp3Fe4bYGfwnr
1vDWz0+0aEBTmykM8EC596omQiuXXidVw2qybnLZYYFX5YDbZSQUwAUNTAgYpeqjvvMYDBRcH3mh
v8zNnkJNn7i6Gp/QoP/aLOWJqtaBGccEoi0rEsCFkeGlNBQrp/BLeRcX6aGX4XrVs5/FCfQwKrnq
aCzZfCuP/CiKE8FUgoRseTqVeJaRttLGfm2Il+3UfBeXIZDi88k51DiDbA0UNoxSU2OssmwjXfIB
43PrG9uiVVwbnNlSLMcaJ34pTF9G2WA+ZkN7q7etVu/0Lt8UMiEwa5WidWdpMt1otQwBaafMBXz0
0a+JqzLl+gRYql+FOof2irSB2yksPIBMgYknckld5qC+mU6neUbZmRUndX9WZJQfRUumGKfWqXxU
0+Z0aKO9CqrJLeLeX0c6xfDcsWSOZn4YRmVPOsbG1gXHVYzBzTlB0wHkIWjiy96hEEUBZJOEaZnF
s8Y4aWTZb+B39u1DN00bdSI9g++RQZkfWuwOBRFUKtUn18g2IA5LMImCXj7S5MWn+Q3GKcHV9qWw
r4aejnHE9lfeczfroUeywlYH6kNCi59BOM8iIgfChw5pG+TmHVD4bVUtvqhuAe1tSmh4eQWa+YZD
gVp3G6IiN/oafDbCGXuMcmtbjifFIt1HbXYYdOWoSe8j+77IKCnFuBXziTZVKC66/EwSLVbdbr/0
DdJfsaUJZ+j5YaR0Ksrk8u08/Lc6z7QA+f+PEot30oy/JtnYvlSr2KH7+Kf+H1RrrCL3//hNE/E7
sQad1jJ5/OWxfP5l99IuL1E1JuW7PvX6+9/b1M5nTo9rE1qB8rBiTv7VpjY+W4hp3gRsqxDK4He+
t6l14zNuL5ycnHGt1cz87za1rn5GPoXeHEQLB2DkjH+nTU1z+EObGos2hn7c0oiXVhvDh3P7NDCV
K0YdW9PYdtBwJxIqXTQN9okiL7lOKFLdfemnIaIHAm/dYB9YBtMrmohkA3BogqcPMTeo5W4Qj1Ev
lJsutkbos/NSGl5VtG0aTIug4upHQ6E1a5OWS2s0b+x9beZi8NVxcuBWdwVnrckMu/Z0hW6HJDvN
8usqncr5VTOcgmGEy+2iR8pviRl6Sx5UI1j2RgopC4e0drDUXqbMw6dBs0lP7toozo5bZ6ClpRAA
dQXnyuTjGRkJMdVCbEuY14MAy2QBwKoiVdkpyUhsVVM68gFUnWghYxb2smWM2RLnIDTJHe3cDCJr
aI8SPXeu5MJRTpI5zH1ie/mz5G2NpwKc12kCh4Hmbco0iioNDrprDkuDZ1RWA959dh9GUXuUc16E
kmWysXlJJgyIiCxrlVsBSUQRQ47hZSuJ/rWLGZ0eobiYKr8BxSv72B1X3pPIWxuibedou0Xv5PA4
a7OEsb4hh4HSyBwqQhO9B1M6J3kQNBJHONSWc6bFmRFjYRSGg9iDhBAp7cwHqS0IaRiscnyqMtl6
kvR6mb2xzChWDGdi1tAm1i4K8f26ml3E4PvzML6xJBIvOC6RWUAvNctOC7voTzu1k3FF2OOUk6UF
RRHqZi84HymKemxmdfhARG7IILhM1Fu1lTh2p3XNyXDO211hWkbrcfHRgywZWHfGBnpyM+Zp3rg8
F/VNahXRVw6r1IxDWFkEKhTFclfY4DFpCtUFByEkf+tLy4hH8qwk6YGkbeN8GZmeML22TNUvzZyA
l0hvVaiC5gAYfamqlrFtaCpH6TzP5Eq2CRVHnaa0UhK4Z1dAu3hrjcVEAntKuifBtUr39dwMX5mN
ilPLXDIiu+T+dDLNig4VIs7jReRQdQfDDK96bDomx6MOYF0epuXotU2eaITpJMW9GI0Z2n3BKcyz
zXKL33E5JzvNpCbPhPVAQp9Gb23q2sXTy4ImxWJ38ZXEmHdxSdyxn5J0lO5s2p6EA0qj9Mhbmi9K
Sw3HHRG6dMwkczQkb4C8d1SHWa2caILIGk+TQo6nVQ7jjsw7U7k1GotxfjZ2/bWK3XL0JI1mMpPO
saLrAyxA9hqgJLArMovd2wGFB8IQtdozyTtV5jmOtJzDqivvkilXn5ywaF9KoTVKkNYFl23OLjrS
Wu8LQxH3uaxml0Qra/N27ORyomsf12yjY2azaSohuD6G7eTGWEqnu4oxEUswKbNZbFBftY6XYsmk
gLVzceEksqNy7gSoaPWm22oD7aSuX55isJGWO8hJS6QdaiHLbYh2vXYmg3kOZZd+6Ls6p5ZrSv1Z
1Jn+hYHzopGvgEyMvw063WsBAqNerYgBhGgZr2DDzLnoOk0FFFgLbVUOlX3kjpOlNVsHrRY9HJ2w
H5YwvpWQDZuEECzEUrPSH/N5Rs7fMtSfj3laocw6Vj29YDjNL4jsAfJuyICQ6LqV5rFVoah2BZ0e
YJZLJp7YJSRCKaqmphsuq/WRBOWY81yrIH5TTUBJgQSM867DMwvKxEjob4BJqxYiTKakOk5BAxpk
tGnUv9KUrpqtRe6L0yJqyycsWZxqaBsMF6FDCr3XGpVxqVqNzGkKrRjqK7T8PkNa9oIFDWoDl3JZ
DDDy5FAeLDuLJ05BYUpoc1JxbsFzA/nY5hgze6Qr45dn7iDtOmui9ZIYwNZdGKHqLYRLSqKYVrO+
K7XIvpJyNBBQi+vc2Ei2LJ9yY6E3Mts+rS9ImTRT5h98SQSwRcorrh6Vyi8qjPRqqZc8P7TzIkk3
prPmOsVsVzRapKZH4AGNxD6KHCOqfVHTxA4GtuwHR1gaHUmR0N7ILKu3NtIgqaeymS2XVQVXgTlq
jPENsNP0FUUWKv5B5zBfVdBQiYajf0oW1fAEz1KcjXx7zZHBzIsGg3MWywOmo1bicSLMIosyPxzi
+OGHeuQP5hgfm+QYtnFyaCaTboNEV/WD+lkvhcE6vobW9ml3ziA63rNrW75kQShW09Lg6OGUR6gd
rG+6679VMf61cvD/NwXvqvb/72tCTvLt0P2oVVj//bcaUEOqsBrH0doCO4GXwZThm35XUz+r6G9w
9JE9rzpvyt7fpAqIdLkRDZkJhIV8YPVTfdfvrn/PVPE+4fijrly9cr/Vqn9Bv/vRbKQaGAxsXcbe
vxLk8Be+H91UDjFbXZgsHF0Xulu5IxqFfkZWwT4HGnLVGuN4AWCaLK5aD7+yEazVk660X6fUpFq0
2k7dwaJmQyaMoPF6shUfK8Os77vQYlCDoMjqgybt65buQRKXm1LNlp+Z1j/e8oSqAGqCp4RpcYX8
IRT5cRza1paoZKLu6BvOOH0TRK1SlxJfuei0uyk/OSh6UTp8+eFb/gtP2vqymryaQJGTYHv6cPGc
qTZKLXcUD0M8zV7ie+gRqXJxtkzLoR7HE9GaP/Nzr5PdH4eUH19zrel/mPxOk5C0ul9fU572SkjB
FIo1vbJRf7KMvJmEPr4SV5P+GzM97tsPs0iZWi+R6hQRBsbrEdgpOlgOrYRXMq8dpet+dvSjImYY
4VZDkzJXlHs6HoCTAyJlzSPSJo01D4eaD2wrKNw6BuDOYGvIiFZSlUcZtD3dGG0ZEJ3kTnVeazQx
3FoZs/wnwzz03L+/bgiOtBX3w0OIdfr9dWMnJrKyShciTTnbkBDBPoNcQx58HKk4pXQjLhUiWQaL
uVehtUQiFc1yT4yRlWzpjeZHixiVkzAsF7FplWEqEHA040uMVpZxNyeaKxvyGzeeJZGDm697AueO
mt6W8vY51fUj65ma7XuKX/bMIeea2EQTrW1sLhXpQ+aRE4mlDcBjuXqpMYrO365vt15q6AXSdZPN
KHXyt+8CcFIT4BEJsQXqMJ9drdYYE49xob/MlGATMyvZqQ4EzYM2qKZhasiZqyRfWZbpVZ9qcpRj
XkQJYqEL0sF6R3vN6mSRXFEoRNP0qkQW80j2CnNHbWS8NxlCT4+7uJ3448XE1KEgATP3tSY1EbTr
mBW5LIvK7gqcnC931vqQjhNxc1d4uQ9IkXHDKaU6HkSZ0koh4ccIkIKoqDmaYroj9LdCua+qBWFh
0XAJulm/njNt/NJg55ePY8VqunM5chi69WFeXBYgYvbkPc/jxlgQ1D8bCweBQJDgSryJRWYJac6c
WF0DIXsT2GM3X1Y2CleSp2e6dklHsN3WzDNk1rmerrUhkTOWC8cIOcMwtMro21GX0+UvSp2jRZLR
SZJp7HTkedMORgxL0IcpOMl04DE8ugFG5gmww9dqOLcHVU6KYstvcZuY1hChenEcgkrmxeiuYHjD
vepI23slNwmtCeux9lIl8Df9JlW1BnH+ODzC5RO3tUJkCoU7X3QeNcjJgcAjxIafbNDIpzr2p3Fs
2qOCb416vkBcGYRU0eE2a/AqGHZrNl41VISzrYv0mDQIGs116TbXRVy8reflurSTEs4qb68Lfrgu
/d26CdBL6K/+TzEbTdY3LTIgR3KCOqrNYIpIX3BNJybVT2dmbvtmJzMX13BHXScpobnf6ox3RqF3
So3fLYIALeiCIAHE3sxj/UFfJ3C3CKDHvAkya0uteLbTefQLu3dYipLjaUAyztDhFbI2RpG+QwZj
HnNs4zgcjZfzQkYi8ct/vhmsZdW75ZL3ZKOBwAkD+eJ3SIB/X5ikI4rKVd8+PKnhMTX8ek2Mt+uT
I7RVyBrmss3rBXx7D/9bgH3CeP/D1/G7rtxx0sfDI425H4uwt9/57qIyP9v4lCwMo/S7CAnjjvq3
i8pY4R0mfQfoLAY/+c1FZX7G1aSDEgQVA1pEYa/9XoUZ2mcbv6vtAFNdf2D83xRhMrRZbFQmnA3U
8xgXP/Th9NDIEekbtW9ZYU1USokknWwMXX2U7KjP/KoY5ztMK+M16+5DLjPikZfEyjZLQqZ5MCux
1fmZ0RdHRP/Qxl46Ej5cDYI34YtjRB7OkDSjc16So9gdTeT7zn7bmdPtD5f8D8ohqJnvn4HVtWpS
0tJTpHtiqKtX7cfixO7gPS9SO2JTX2JntyC3HLb2EuvLoRGtRh8qy5PnBITHkVXIzUuCN8REgyfw
uOOeICqltZJVmm0sDRuZWkc3fdEm5yYDLA3h4ZAfTYh+U7+fov5SjnpaMwpgiQSd02xnG6LI0Z9J
tp1HO4nzWbMjFXQGti/LbGQ4kiIm0k2Vk3Yj5IP4L/bOZLluJNuyP1RIQw/49Pa87EOkKGoCo6QQ
4GgdcEf79bVwle+VxMwnWVpNalCTyAyGRNwGcD9+zt5rVwM0+FiPuF092GruA7tv9dGfJeGbQtvA
6LOlJWoqbUz5VcWc2vbELrLdZeWcJNvRbkiH6TBGUhFNsK7Jn0FpsidfsyrxuVAqbSsyEZgmQjmB
311YM9LfLlUPxHqNxCeoAlq4joZYHYD/jqSk8yXfYMqIH8O4ZJiVRnRn2DBJ5N7Sd4HyYmD561NI
ivV46OlR3tSo+OMz5rtEHR3tLghlo1J9i2XUntuFHLe8iysCo0kcuyqxgr3mUd6ROpmnHh+S1bYM
ijKHpE9BfNyp7fr0NVhG8zBkxusP5eTKdWWlr4nGo3c2nGCxusCgs8K9U0ZEH6kK9NjGWiO6N2Hi
5PeVHDzMTqJeviWm6xBRZqP3veUUr3kT5fjklP1gbQn+cf9O3TbHAVR0cm8A49+BRyLNqJlq96Yd
w5ENt2x4AkZeceVBYNiqKLcZ2tvj8lR4qTf+FYUpk2apKwLTpzbQ9zatUcMBfmFu3niD61GdyOAm
1mDFtlnC5r+LYRAjAu784GPduDTNLsL98CLizy+CfvxaaH6ci9A/u4j+w4sBgNQ8zABi9QUsF4uA
dbELLBfrAOI9bATTxVLQXtwFF6OBuJgO7IsBgTsRM0J5MSag7MnexotdgQOGeJ1DmNcUIViiN/XF
3JA6akyRkwQ+YTrDEd84NgjrYolAzDr2BCqWWCXwqKyApYuFQq5uCu4/xEjj6rEgQx67BZgRrBfl
6sJg/8KQQYegfxAXm4Y1GPOSrN4Nx6NZ/4S5OP+UX8wdMp5GtM9DOTHZshSmfgx/iGTrOsxQJ68W
EdEo9d3imPe1v1hIltVNUimiJo7pEpffEeWaW/yYzVOIAQVHBqPQ4WJLKXmIr+3Vq1KtrpXgYmBJ
aZJtakwt5mJvWbI5eZpXz0uRWdx9kD3M11LZSlwRvqUXnu/VLONejDP6YqKJotr5MtN5x1qj2/iT
6HtUXdnFfAMFGiOOuJhyCPON9mTODDbCtdW24wTJiETESiJvX1ysPXOnUPFgVMXykzq4f7ARYwQa
Vk9Q/MMeRFPF2euLbcjuulXWdbETEVqTEHp3sRktItWMhFf3kRsUmqjmFEuSt7qT0qFui2N1MS31
nm+aHb14zEzsSO6TsQoeZsKlsDvVS4r1KRszJpPuiH+wSNymJiUNKR4A8xQ1naMLWv70OJkarqYq
OY15A+Cmw2yVW9w0u4Ux/kvB0ioosMmxwUTWM7QmdCwK9waFkndtR1W1p7AV55R/xwgaJsWLxCs3
H8KpHLzNNLVM0FVfpn9l9JcGJFQS45Oj47q+FvasSIELDAdSvxVrHLIEyrltPI9ueQfihwlO6Ejn
IcV1lR4ypPPkUjtO1RyYCOTIKfsBWjcBvpU84NBN72S3tOZkka1Mf5H0yviG0Dso6aIrxzeXMvUp
9rRfbeHchN/cXuDytwcSuW9Qt4zVt1BmC+j2VfEGSte4XMzDrFtC21nOliUZKemcGninkNNcp6Mb
I8CM7emtiAsmO5NROEkJrftKBwf1GHe1QSYuWLIaSZFLy9O4H4QMzfXYlvNzxtSHKDmtkTfqJr6P
ssJ9dJNJf8cV6H4Zh3rqDgVHDfSdxOgY1Bo6KjdaFC5zGAvvLdN8E6IsY+Hu2bCy9D6vIrYKYu44
fYTcXUTaE9NwEyuj37CFFnjregF5NEYthsRTKbTR0kTmWZIdKjaTXgK5hTgdzKfEshabXyVJ4Inn
wXxuM5tzO0lHTb5xs0JOBPQFxdcsCAKk7kMMuwfpS5LTEy/9J4mWiRNpZYb4bPo17cLn+XgIvWqy
N0G66lgJGYvnreWansAvFeCfSLnFdtE4aoy9vWTKOBBlV9yQUywexs6Yp6mymffXZkweSMZhhk58
HLpFEicYbf3/8tjMF2DAWjP+zw3KK/NWzr+Uxuuf/+eQOv4HrStBRxFYP2PqNUPiR2kcMr0OQmpm
UJA2fiuHY9Z/Damjf9BddgF/OevwGv78f5fGeKnoPiOuYjMCDAzp4z+pjd+1bWwOd2DIgJ/y+oIV
1v5rRdkENGEM03Bcgma8BoryFnL0xyPuMvF0c73NAif7Axjecd7r8Ok3kHHhO37gwnejM/qukHWB
Qna+g3ZRJUYvz4o49/qqsmIV7USSi343UGmHN01CYPBdnsdNdM+8xgk2BfmW7TV+hqA7Y2Utu4M3
dDHIKB05EwpTKvYrwPLdXvHZfnOYOie7vEg7nvAuE80hL6PZfo3LxvZOSnStOhNLiy0iwBJW76N2
mHZFUSQe6jXog5tcueolTfv5G1IiD5GytuUuLWwCppJID5+GIkfgOeJmQTAvsrF7yMlH/RDmK698
GNWCXFaEhoJKl4lHLIrwPwUgFFP8zmE289KmkUUA/AObIlNm3kNNAjSSwCJEu+QFjoWVR8xApbZT
MUucUwt9w+tsGEKUUoZAp2JDyqE/Xpmkmqq/tJCJCxtiEMcKo84jY1Xn3k1TtGOI8O3XqrLvrXbK
9M5a0vFWYa9EdhgOOD9I5P5EbBHzv6DRWMySETUTAXvNZH3Qnjfj4Bq9vrxBgGUzaEJxlB+dzCle
R6cOXyZ883vi0UNyWICEvcYq7u7tOh6/9JrEKjzIRUyzQC68UVZIgR88mt3qi90QNLf3W/wBGyrW
DNsQOasxje4KxYBdWPy88zKBGLyiGStbmyHjMqeUEhjiPwwJ8bdoTUtGgwmV6j5VgFoWpI70dqxC
tP0DSsJh+KCrmGsmYdW+2kGTIbidZ8JjtOcXGyoV8AnSNHdsLZZ/jptKPkV+48hDnuqx3s+s0V/t
yrQxO24bSOLKSzc8Tt7adm+XxQcDMFd10R0XpmNUEuQQesl9l5NV9y32usnxzkK0eY3EMV1sdSZN
nD3ZoOtAydXKdY5kN+rVJlNJPxQWgCBE+K2vD0aWUMchG8imuefSc5sfOpqkxd6KRNI9FBpj/kPr
9RDTkrmaVL11MarlR2M87i9ao7Z+nNrOwqTezE3dj7sR09P4YLdI754r5WblDdiqibswLNY/vWls
3XtsOD9+GC+oNk6TcMluY7rHb06WKYqKXVfEpFRuS5XGZP055H4OaK5EnfZXAbPX8LOfWkTCzmsu
5QE1QGa9dG3Gp7ZkA3ezJxf1OkhObsxqx6pjFNrzrsGY8R9TpWJ8nDUyv37QrX4lJhAxZRLKBgeY
R67vGEcG0cqcinpbDz5/3+o7Yx+baHIKdAwdj4qtJhSXft+U+cfIZF3xMIao8J8MIBCmwpVk3TAa
FRE1npAS/0+un3D4WfKqJSZp3rUzzcavDJnAr4QTPLhjTUja30ZbxMd3jvjLuI0KXrMaUnXeN445
cAQ6F4XTHSyK849e7hfiMAbaf0pbGd2BtbBvSQo/ZYzX6RluJhbKbcZRBp3O7CPdiI50t/AGuOYz
dqnuiK3xsKTBszej2g1Svipzia/DSGiGPuJA3ZQPLUPsbc9IEh7gIqdrr3CSj8NCpvC+cMlSfwzd
+oku3ve2SUazaeQUHOHEOlf9MtQQDGTPpy+9u4zFmNGugKlQOyyEpXSbb26VILKf7PCxbKoT6aUd
uQHBCxACSXx0hu12cT4qQkErvufbqDXtLvOdkzWN+ji3KrmK6v5Lbap7YE3x3jUcbu3E+mDlIofM
Fs07DCfFg6CJwGirZZiM/cOanrHnHJUBwawzmaEvH6PbgYxObofhSHY9x2Hp7IUmeTjsm7uorllY
odNxhOpTeUcB+TGuPHDny7ItUxd0U4Oiv8il+uSk+DcKqJv+fI2dOcRpkp7xsR9DO2vPFIe7Liz8
q1m0h7JLbha6MGTusRcg+b1Om1W0CVgLUYyQB7vFutZ6BvINbk+/z/9iB4No0aytBb/i3MQySk7c
gaUqeFmi+cnD7EOPYRWjarfaJO7SXTE+vEoNcUGyWW5g+31Wi4X3uCa2tm05RrjoXLA2Eb4sBDPE
tPeOPZ7dRcQ7r+l3SFa+ubG4spzyhNaHaHPO6q80lk22TTK+pYxD8Waw64NyrBvIXU+eyBHnViim
xZxjv+vMvEniqvV3s8wzmusLGa02TYbH1haMkDzTIkENz2lRi7s+CR5tNTDaqLiZEtG/DEP0aOek
yPda3hhBTCrY5Y0o0jtXJizck6i2qZ8fU1hoe69w56t5Lh+w9Fc7Gip7MMdeehZWgY0h0GxUVlHL
K0uJL/mgCWD3wYnUSOhCe2FymhMImC7IUKCAbRzWHtAQ5aPTLVa+Swlh3XRGm2E7xXP9NpqFpYko
zcraqYmYTLkEJBbm7dDuV3nccXBq5kJ1mD/PdjJWvFTOx+REj1ICHAKiOIPi4RCgGb5xEFO7zO2L
c5dM6qk2kfMm2ir9LCylwm0YdYID4qxuWDnm+06rGrVPEH+KGFudfURWb6SVd86Bid6y66ucWPBZ
8ZlNuL7Q/hUntN1JtelyT+X7vnXjJ6168pIzTilQNBbf2utRNPuE/eI2I1KbtTFd0ENPg36dMuNg
YM+izyqEz9Q0pXwkfc1jmyiGgbPlHN73jmAk2Jb7OLV8b9PKpiyOjpM24ZegEIYJtOGv4RdJmYBU
FAv2JooHdUTCjeHKIExMFyvDs5FO30Ur3Z2A4crEY7bkSxCrhUMvdKlt2zVEm/ROwPGNXFhX7n3y
cYadJgI1Y3pbzuOWrzF+sfPSYO5OUfPXbmbHB8IL7ce0MtO4s+yaN01Y0erh0yQqL1lIyaW66NgP
nO710GX3leVo4qrH6IuwByiTNj3HuCjotGFw3nfamF2ZZqSIhlM1sy3mk0IthMCttUMYNNypj5FC
67iZe2RIobaK9hZ4usSPP0Ttpim0OgRd0X5oSes8ufx02sZJ41zZcnJ3ioYAu36aDl+dOJiP5Dc5
n1rlePgzkcUgnfQnRrl12WentMn9T7oPhz2RahCF0wEiJgM5aX+MRnFsBaYrWXEQT/yuurJRn+eb
zmLN4XAYYCIb/Vsnb6NzSjb3h3iKXmTZYbzQgwMsY9CnoifaWfqxvTV1eNSsi8cgJVx6B/7Geep0
4u7ZYgHrJMAbwYyMSKcc71GWvjz5LKAng7nsSnpNSYRYFLAcrpo8tsPrqLW6Y917tN28crgyHYor
YDfh40Ct/dh3Pf6ZtA3RLwbfJ3sqr4jhZREmSC7hKNsTYM75uhG0sVLnNi96+xzSm7vLXFlWO0vk
0t6nSVV9bWOAKftcD/UVTJf6bpnEoW+65BgVXV3QJ+41jzaAsegvEE5UWHSCk6NjLUBEmtz6QopN
9skmbZQDCwiRq4h5XXKKBoepnSqxiFkVzpkubK41nfHtpMbsb/ZUNIKxMQQcjxPpxxmHCmZPYuuN
a2d0DsZHlp5ebtiEgiPk3Zm6N+v60+IM5XGwlh6CkJbdzngR52r6OuekLKxD7i7mGf6ERUMut+ZT
ru382qS5wYs3eq+Cg04DxCEJ7S3R5aK/Bhxk7gstGELaBCUcSHrFX0DCq2KOGSXmQzy08a3XAWAD
4jT8xYnSzjaLFY1He4UWZPGUNhtd9izWs780qOJsfDSj7QzYLgAgfA9pgtFFr2b3c4pjdQuXDFyX
PQtyS/1O0eu2Skduh9EWR0UAWb8h6y3eDW1VIEMc5i9qpAl4EEWGv7wL3ekevH7s4biMZYc1LyhH
kAVpE13TD3kkmHgdTtOR7Y5I+qJz5njVExIPzHJlpc994U3nGrgbLbwYl06Uf1VIxtrdYpzhJmiE
ZW25VPtoTfN4zum905Dyyr0rDa4lu4BaTdSxc0CTm5CEgRdh01it02xcOefzlh5o6u8Hyp30PuPr
T4F14LGdc47pqKPxynh+Sxam20fuLuHOPKESeluny3/RaiqLw4iFb1XaRUDQjCpvV/LXlWGlvukz
Egv7QX4ESySvWdWd67hagrtBds6mY9U8irh1DwMwklufVfw+GGvwJLG0qAFS+RyMbb2N2iXbN7Ob
3aKH1juYvP7XuF/UCyIRfTN1JZKgxC6OdRM/5+icr+zZK24CBuTP3dTqw6Im2vl2CtnBr5tTQp8O
60YwE1bOtAJJrB1iYmaGewuBmI16Fnazb6Sk0F+4m+nzsTjBwVuGifCJ2qbQkE2bdcxdEt1fBxwo
99ncDjvPd3AoSbZ8rGHtcGXXg2dubOBYh7Xbcca1bVYhLTrDthqbg9fVwAiAhmK7nhFQ41FSyA28
vgk+hppwJuA/3ilPeWr7wLhs4oteT5UOnteSN1wYJ31I0PUeKvqBt2VbRx9TxO7fcyzwHSJSe7mv
7O6eAyRBiy2vdi/KAZgGQcK4j1ur2E7G6sV1klMrWqFp7Os4hlVh57HPtwWQDvHS8pfpSP8mESIU
x3K0iocwagaxsXziWIDdKhawNBBAMsiCys59OcIU66Jp2TNMWRkkzNjaZoFU2/sK6xWhOoexojt/
qNvQQwkSuOsNyTHzeqSlam0UR8sby8DOmzWuqTYsh61qeOR9Qke/hHMffJhHDIql1qtXvdfJZpA9
UFB7zpE1pxwwIJJ18ZDukSSQhg4L/8VLi/Y1KFPkkJ3vMVvo2xVEnlwhspTnWtm01ju4Zk/9qInA
DOvJn1fvoPhO3zd/su3o7wpm5KEeUopg0GyDB+6gE8FG00J4mdOY4Z2bK+9rZxvwk4YNjjKg5Pw5
ZRPnU2Q219mC3kZ3WG2sLmurTVECiGlbfHOWzCVMLm2aA1eGsiCdaueiBdn4HfEfVtDrFza36koz
uLzrlwlol9XS4Gf2oDB7jXX5QeRw1UuvlE9VOBd3/gzUYlBm4dOPryO+lnOCoISp5Dw5+4QgXc0B
CBXGprOL/FupS30YaIp6X+feK97KygKtlc7RF7il05l5sDrmdd1c2Z3AvxqJLncIey4kSpMqHR9N
h8IOgVBUTVf4o4IPSzS6w0m5pn4BOOp3iD0K72YsbEuiw6vJ9mYBDK+LGanxYSkNNgLM74DSWog2
yF4K+Zi7nIn2SeGGn0snJTSMnk3FuG9ROsWFmJvyFCFyIxUbHuKXUcVje1OQCBFt43mZvKsMp8Jb
Wc/tm21Vy/Nk90uxmRpLdDxG1KV8ehlBjqNfz+l2KIrKvy6KeTwQJZa9ZEh8cQrjkVhOHRXnd4oz
Jp5NlLnNxpKWvMVSkPaQRnnEJq9yXulOMYA0wZheMzcmwr2Knti/GXjZo26+jX1kQwmsRRtwZ836
rSAr8TxipsAWeOlvBeXA/69sVX9lXxiyq9GyosfYcwa1Y7XsnmXR53SwMo+Wf0vL5bRk7QLMQKrh
bMUL2BxQoU/SWNFeVrgg0Fg62UsPe/+clw4msy4J0jejmEAcAwt7c7NJBiAKL9OIWOuq9+L6ZQjd
KjhkCzI0Ym8jOgOY3qd0DxVBmw3JkIi6Jhnzz5ZFnTYFPATs0ZUjP09+yQbT9c3qrhVE6m2wZbjT
1u0CR50TLYC6gSbsvvK3KfqDgVIDCIV6NZmVXNdaJQwRrbxQxZ6zG79EBWxRJKW2ZCiWKvKp7Gdd
7n1d+c+xo5ctOxN/jGfS4+YVA7SF1COzfN2x+Hl+6TsFa+/ElRAl4jg9p2mNPFLkoQv+IQlsZuPF
2LFbMy2ueqidFX2H5VRql3i1La1B1dxXKXLSrUuGuT1j9w+X6roUwxi5GzWPtJ28SFnLIaqaAjv9
VMFHCRdBe2ZGk/la+wGflUKSO21H1HHT1skrt2I8xT7z7Lm1dmOOv1753CEX7TiRqdicEJiwC1l5
OfMCkbJ6xa0GM9Z+qeqIFkyVrGbNH60c+ld8SK7JaQXhYpTlTZZbKzuhjZJmLyooCCe4p/YEEqTP
p8cpadWrFXj8AigHfEw/ejueol6+tkiv0oeR4WWxD1XKmwtBztJUbcYW/FeQOiHe+qWl5TV2gg+q
R5KFxVV7/H7D90TnVam6ubccMmM2NNqc6hrVQqVfy3WOyBwmWZpn2wWa98hymeZH1Fl+cWthewmP
Gcf14hZilY9edo7zvrhzWHqqm4FsxhcKf20+1uGUdM/OmvJ1GJuoWTe0NDHH3vajFkKv4rdVeuGF
dmMTlHcQiXlVRFL04RVtQJAD9UrsYUvX9V3eaVYUXB5iuo6nDE5qDg4qPyIqAfk0Wop8LxnCWgeT
iWh5QxrTCHcQ+MhR9rBaSTeobqxwNsCmJv+jnGKXU2qcn6oAOG8dLdWTnwxjuPlftpvVtNv8YNMY
XF44EOYE7wPdTHXvMyNtruJGB3/QBK860p9lYDZW31V/z4OOQwF52q8DCzQmwOckTNAM9d59TVqn
Qz9lCCec4lEnD57TV2b70zDn3whvLuLVXy7K3xUuDj6HQhAV07txBcU08GeKJ6QflnqlewcRIOFu
+LvjeLdz+yU4+7NuQS4NVs34s68t6zDTatmYsWgfy7ECRCMwAJP7WfcwQwGxzV4bfG5HPFu7gMFz
hoFZsdnPxqtrDi4mfvZDa/gQtU52EE7rgNq0yMIRYd5Vf9D7rS//3duDp4eGFVUdAL/3n+liucph
+5g3nIEl93bTXeHta3faC6aHbvTHWy8a8emDYH/6/Sf7L98m7k2PBD50hjbKsVW8/7OgCc0KkYL1
zNQydyksCyAQdI2zv7NAcYAQTKDyP3yX/0Kh4tlziAiDG0iJ6pCk8eslu9U8MlS0kbqqTO4WH4nA
JrDEecqXAJhvIhiBF20EDmFQ5xrzE9qlCf2UDUPZOlimGZ1NlnnunwI/1+v++iXEq5OVmR/TwlVk
/+vrqtF8Fi0bOqY1d3qAATg95FlHudjZObXB7z/3d0IyHp7YwY1IfzNm+Mbz9OvFxJyQE6CdHhVR
xeEqK5XX41RK/avfX+f9m3LIgsPnQwgQdxZZaIwxf/5+52HJc56phocT7Rr1LJIA6LDZ0G9pZbA3
/P5y729kLoevN3Q9JqTMAd5zIevZkWj7WMTUZeOREyKCAy7DdflLChb9EuoZTSg2BjrLCzXW7vcv
gOzAd18js06CnSLXR3K4Zja9Wyrk6ErsW4ZpCyby/iXT5WLtc983IRNIK72n5iChyNKpYlqQ6WJl
tjcWPZ62p6EXddjjezIXARYxVLzTaYZeJ4EAj3neLcJ048U5AMrEeH6zBWCNuqYwrB84skbJGWNx
l9Pk5WPEgRjREg3gGgEEiHbXPiEmtrIdeWqs/T/GMsFg2GgZJKw1qO8xYnLpTQMip7oF8GdN+nOc
zr68rilk3TsmESEx72U4z4RyGts8lOPElyhAJeLAx/9f7JncMB1s84lN1ww2v5g0KD55hEl1dZhs
uW69Y8I/m8ECzAFjNrhu8Vk9pmLmp22AeXvTjV4EbYgVzzmOdrDuxHlGNeAOFS8eSD9oLs/wVbKu
pW+pmlRykEiszlWnaQT7JupvYB6L77YHLxlueSmpARLGDOfekJ/zUoukpDLJsuzj0pnlMbJmw2bq
+ryEoEyYSrn038sb2Sk29BJrTXljYmsCGRzMc/93UPpU0Y3IeuvDlENLv5qbge1e9wEEIh6nHA/s
EgOJb7yY3+NJOkl7d2mhyviCkgqyZUYVVXgxHxR9GnnEIshnmTDNWU6JTi1zZaqJDZowXMk871KP
IA4X8jw1vjUdpGdopep6muyTcUa7up6iEcSNkS3t616gFdoPl9/QS5+LQBjXOFD1SC7WlEopTsz2
Lh9CxJuOGIN33DQNL3ahxs+3yDcz/WAmoV71khuGN2pK6DSP4iDxVL24Xsddk9vMOWacEneJMXW1
TxSECQXw9y0pplud18wWwjqf75zQ5wBZ6ny2zj+qNARUQ8MXO/gbqx2qnU9n87vTIOkhTwshThpH
PjSJql7KM8em+k/b3jvtA3JglgpKKIxNUYAuCmHGz4uTCIsCfU3tIm6U1PQpM8VH3iPrVIxR30Yi
k5El1PMV/H6ReL/4rpnxbLMR14dEANLv1+u6I+fDJB6Zd5crRCW1aC2DCJunh99fZ11cf95RUBbQ
0HJQP69GNhQXv16Hvqo/mLzpNr5nRR8z4VR/57bXtacsF5CC3Dri4FouWOGuk8VpPhkeiu+/fwn/
8hGTOUp6CylpmC5ipMO/voRFzK5VV0go7TGeHpqZMp5WU/RIcAaiCC+Yv1XpzGfw+6u+ryp4x6hj
EI8jmAij+P0bZwaXkfhLB6j24/waln24sGqt4+6y7kDgycH5w7r/L/sc7xP9BMApVDvIE97JaEae
3akqGAMvmRT305yMapdO3t9i7lhKfv/u3t8+pDGxxzixjVoHUf37mqlGtCLMlCObFhxFkBCqwnps
jFrqL7+/0L/78gI+SQxd6E+c6N2Xl/UpEDY/AhyxNMWXIEgkYT9ZyQ8ExHSsifH07Yeg4/fX5cl/
d+e6RIwihyLE1ePM6L/3n7Dp1aEmH5Hax5T3tq31efbtrgH0WNYws/wm/IY+f/oeyMb5FlhmKLdu
Hus3jd+KjNJ4br+5Td65e7QqwXXBBHHeqUSUj1E1eM+qjqobfNk+yAGkFh8Fw+i3Srq2gbITxxyz
6e6x1Q4zjUwp1bhz02EgayReJTtSTGeiD4Nm545ifsO7p1uQZFab37A6M2Jqw+bLaBKrPeLInkBF
mTp+mJyI7WpGnS4/NQKAA0kSfkuCIqJD/HDH6HK+7ikMrK1ikFYx2Kmi5MrQE+v/Fq5hGdJJvKjz
2CykIesQu9oJwQ2rdubnBjhob4G28C99AtEpfl5fmkv4GemlVpz14wcf+J46p6WS9Z1tGmB9Ueow
xkWQblfnPgQ9sdexUaiH+qrizOvqit9ZZ43LximWh1R7C7KS2Eessij2jZL54m07oHc+yMVnIavH
3LrX6AM+TJdGUJZ2y6ZkZvstN/XaYZPCvtdBZXgjyHRWrT9FgsjBjAZFiRPOq9H1OPXwvSw9gkXD
YkjZ+OfYBpMc8dxjl8rpWAeFb3aqU71/alQ90+G0guQFB2wdHeaqF6dpSb1PWskRajWVxS62wkCd
4fYRltelPvywLI/lvhaxPpKcwcpkUOOdGFfjmZBNwhY45z5wIkTaMOx1sSBOUyOC/8ueENAd7FjX
Equ4+dEUyn1Z61eVjetXJWJqApVK6rEff55JUIweW2KEwW3TQcIHO1F8moLG20VxOKkTjDoB7ajU
1qvFfObJR2ZD98i3k+UzspjiunaspqIDarV0zSlzYXeK4DDOYjSHUqxUKBuvZ3Kb1zSgD11lNIa8
vquqWzlqrBElMTmADxH4WFtkh9zMP+QvSzfzkmvACvDIq5iONXgLuHSRpzLomTwjFRO49cvNO+kt
EK9Rl1438/RPRPB/5K/6v0Ei/T9IOwp/66va/V1Xb13xs3R0/Qv/VI4G/8BJK0KsU+txlVy8/1KO
Ej+1nt0ERwzy43+xtgfRP6gp+G9ILElM5n/+WzkaYG2no7ZuyfgkUF86/4ly9NctL2Q7J5E05Epg
lEK2h3dVTFMXbHoAE7dj08HCbsHlJIaScwbfcfr9hvBrIXO51Orh5ypo1WkW8JZ+LtQKGSF/6DUN
Sw8LJJdzDxKkD0aeob7JbO7akcP8c666+EhGTPaHQ+wlg/7/FFI/ro/90lsRToJ08XW7+skT3kOb
TSqGVlvpwyJ7cNyMYniKZXzIvbV9YEkoT3wELCj4GMI22mZZ6nyIvCH6muZR8uD6oot2XTljrcnR
uYjN4nRRe0gKq3IO7pJX9TEiB+57S3Geg83JWtrhMR9pZ5VVtqVOBlSZdW39fYJYw4TPzSNnk45t
9sT9E5Pk5LfJlzSah5dhCNxnnnAIfcNsmT2DlOz599+HsyqTfyot//mJ+MCy4DbzjYTrzfHTJzIr
fCUh44otSk4m0TQq3bd6CAjOmUFeVbS8Q//FLnFkl5rjOgucwzRINYpxQrh47belQoa4ybME5khW
piEUmFR91eT2YA0bsDxhgsljCC5pGnD+qnrvqzOROX9Mg8I84TRAR4a0o/xCBmhbHkgh76YTG1fz
aepjYH4yTOa/grZCHtvF2dQDv6L1vBNxZ77m/Tw96SJCcGDxLsY7Z+6zu2HSrXvWPo2ne4wbeXGw
q4gEcLsNkNxZ1HcLtHpg/7spdA3SulFgyUZ6u85NKyxtTKxr82aXdlVs6nCm/al7KuPbBfWyhVjD
iz8nThsXJwYuo9pnQ+csRIghpiR2QcgIE0pvPoSBn6YPXo3hjbiYOHuLOlAtJ9ztANnHaAIUFHaR
ZofRNeMR0naIlVA60AYyIuLFbdZJRoR5IMHJLkR4hTQWBx8EgFcLYLXzMNntziwjo6vBSgQD+ySh
gEn8sGT6Dd1nH01W7dDVRJnDmazsopN0EIB+5Q2HwTX2DHQLkR+lSIySOBpvCZEWCV7JWEkO4WhS
DiV3BZ44ItrLq8TDs0HuWoHUyyhX1Pc5pQiJGxUtv7X1WXq7Mne6ezesl2bnlShitmgmiTUA66iT
Lz1RVLAC0Vgw0po0zUJqrRCtwCj8bBchc2JoSPzXuBNFTjocComRtKtkQp9H1TD8odT/d4sR3lTc
0R5WUjt4V+qDvUA3YsPNQuwgjmHm+NRiur0vHBfGWj8iS13obBygHasNiI8/Hal+PdxcHj0SCTlt
4ADwQ6JSf330jGOlsozXCXKe1nvTNf61q3t5RlPvHBtH5Dd/eNj/zUIvOAHA04OLwmHg3TEgbDOn
Ica3B+Y9gqXzQ1DIUw2hrWvit76dOgQIi78zAVxqRAP2Vdkq70szFs18mGaIDVVONbIElnftQe79
JxTnfzarr6v/r6uzb69hi/+buzPZjRzpsvS79J4N42AcFrVx0idJrnmMDSEpFJznmU9fH+MHqlMu
tRy5rU0CiUSK7nTS7Nq953wHpzCUfE4Mn2+IljHpIC6vdSvFJybTmeS2Q3m7HkTSp2i7I9WNgzHc
5dTT+NcxuLo67ONNkSkt/RpFnNitPh9elh+IvRqfs0HcDX7oL9HZSpPjggLfxUyvIs6TkYWzsqY4
O9XJ/roIS+oDRDP4Swwbz9DnL64C2B2EPQk3JN7sOkzjBQk6DeBsM6OxPpSxmJAYx4hKSFQK0afA
vmOrNswQbJraDZyJknoanis5k1LRmTUwX4tgtW2mND5iyCKTzYnP/PXhlXQ9aMxqOneGIuTzRyaW
QVq9v3zkfi7fVL1AwEfduomsPLwDjGFsTzy8y4///x4OS9Dft0EoC9zS0AN4YT9fEBJ/0dFgEQBI
ScKsABmaZOrg+XPtYBH9VUMe4pRI8YE5iIIHxAjEqVR0+n/+IJ8fCuoWKhcUF6DzVIlv5/itDZkt
qCUaPtewleEmtXHcoFmc7n++ivrdZQCr4Jq3TXtJNP38ddVhKI0Y8oRbsPCT6BXmzh3cD/M26tLp
HbmKv2lh26H7T/sLP8iRn48ij8XKiOmGbRSVcL1dMVavQTfn0ernT/d55VzuAQ0SysaFeAPyxjla
SEqAZ43hQzWsh8zfVxL3PEl94RZ04EPQJTFtNxozfpWE52Lqm7t/f3WaJjbdeZxTdOA+35qo1prA
6DjQW4jMAGamxYDEM1JmMkACCBaoKA5Jr6ECVktBoo81DyeIP5/f1/98fxJlQE7pLNxy8XT9s2gi
TTykyOMZILQpn922XDocbVzRGEONTDRrGu00sL/rn7/43z7mP98BNimCbSn86aewdcijHUOvClND
4kdsd0wI/NrXhHiAcEJp1CMiAk1pWgwkCvVKZtjr3ZwWL91lImFTj2kzM2lTyHD0fv5Un1eC5Wbg
eLOWswttOvBcR6s2z4jQia/t3NknmNMygnbfibF7NPBnn/eInZ5+vt7y5B/dBJv60MKBRw2vH9fw
OK+1eYnABOUPySVRFLlOUGqslNpu77LSskm/JWfILxzzxP3/+k6yBMm/3j+uzDDs889Ojz1P7YT5
Gk782gukT0IDkIMTK6v6eZv+e0NtjkgscrR9Lake3dDBAUMvq5pTfhlmZIhEPoJRHfVmp+b3XWrV
y1731jWqtQGurGD4s4IHpw3EwZhIQafPk+wBF+Svspf2iXfPEN98uqVVyQJgqqYj7KNnsCs6DcgS
gJymHK6DCmtBxHSJeFpBrA3ld+0BVcDqMLc9Bdyl7DIiNDNPxsrWDpMxcRdL3TnsUDRAaGOgVup6
zfamzz56L6CA5numFS1O3NBQCo+hjW55YaKGzyaCYCSmDeVz6Zfplgd/vjYC5ykORHBhsWWQ66PY
EBRBV1pso3JJaKFw+yMJdnhm0kJAaA5tcF4LiUwLIhP5hIjayuldCX0Cz9rB1vYD/KKRJIkW4wz6
Lt+rc1OypNlT+WJUA667UrUzUA1mj9Ul5+LnSW/PmUuKdG95ovWjK01ZUBlNqWp73GBOs6dmLhG1
ooSA4J6U8m4omJ253VDRSMOzrRHMhbuNaBLL7LEvjpmOWjtSW/ql04jcmPZo6lE+23/mwMY/MQ6t
82CqHSSkioPbknyUQO6WEIc+iOKxMiyH2FsAjytoCBFyrHFx5QtMvcNJLPXiOfWj5sMO9Gp2RwSp
0pNNHX+EKkeAPc+mYa90Wk3IkOtxeKNsg/s/UxHdCyPIxg0qIuizvPiDvYqFnwSb2NbA3KmFOl3l
uP8/Onsc32w1DC85HPf6PV/GeexhRnAEiBrj0ClqzrG40HC2RJjiBopRTc8YVnboTf12wXpr0GER
+1gFxLEyYA1b4cTkk7EzVPYlw7noOUtNB4mROvGDYjNCyd/6XV0hrQyd7WxaADkBLyAeV1EnuDhP
9X1eL63veupS/h7nuN9Tl8yPhs96uuphC++R5mKvVoaphX1eTkQGVAgL+P0Yej3atHFf475FAq3H
Qrxo1KW/OUZMFV6JbP5j0ol9DpOwzb1EjOq4n1IihTCt5/p9jTPhhWapuIFx5two6SBICJv0+Cwr
Yox9JK4Qaqc5A6jnHOLXJVzVonGVUp8sfKGdtTgUUkT4cCJ4xwpDP8ONaQKuAtmDWqrQsYpppQz6
88DoOR4qiHW1bTMqQbDpOQk1XhYm0ObRfIL5nei6c/BMxnGPrBBTZjopOl+js0V0BpSqThaMXcez
6WNfYoGn0Q2JrKhezSxpG5escEKX6AhoPJBlIVS3L8fqj5GO4atd6FgqJZg79NpRYvfrTHQMG4Ke
FhR3sqsZGTdBZ58xWTFwqyWJsu+RUituQicZACv7/JuvGMT9WHNllmd883K87CaEXtsknCi8cDdK
ujHlGAsYZyr+tn4mRBqmSUINvTXKBvg8lXcp3KRlaul1vphynHk8J6uEDr2+SbXC4cFuC+2ZAzuD
aTvy9Us0ri0xuqI1s51m9owTYKia6D1nIhQ9I7f1ewd1EpieIHEuC34jGztjgHm05+Uu+QUjEjmY
ijdeQHsfjw6pyvzBLNCeg8hOkJlibiDsQsbm49CkpGKbbUerKM39+BnBHfJZS7E7ZZ8woP1VFq2C
+9kp1PfRbMsbpa9Ije2I0SZuOVo0o9rk5+f1HITZmvaLdVuYiO3g++S8SmmrOy+aott/SH7wwQjn
M63btFvu67i8drrT3E/TrPG559LO1+qoIB6WhIxbm8aylRdVBpRbrZ44FDeh1K8DNZqzDdsgCVWa
rmqHNjBKe20SlGGvJc4Rdyj7iiZC2Ru3JImMkoQqkss9KtIK2UbSDXflxPaCdkBtprUBLwF8sSZr
HpC5zy6iSJVk7tkt5iG+95I2UM3X/Rild0IMjN7LFKILiola0sYhzLfYOaRVt26HLoqoF1kqOx2H
Zeg2o6lelkWsEw4PCXunzsuTnzdx8JvsnCDFjT2Ks4gnwvEyvKAYdCaDY5XTZg7pJGhQlY3dmhRa
TWpwCk2a+UYZtPxDzHr8xF8w/jQKlCQvHqv8xc7qwWEUm+BCjfyI1J5AjwiRn2yj8ERoQrfVQ0Ei
DHZteUuwS6ifj73QvE7X9PzK1sqW4M5Kp1WImNm8RRA5Pcb5SPgox/rxqcfEjem44WHZ4TmekrXs
Eau6QPhU22vKKU13I2NS+jHGX67iMMx/WDlVnJRLZFBFAFqA9zIMIm+O9bZedaUw990wWhRUNdEl
jKuKdO7QWRZJyXAmKBPtqhuMbrgIQ3OJ1/Mb02PKTCg6weMNFFGsDCRv52X2K5+RVvPEpQB3CcVZ
rHw98KBpG8EZ1g+gKhbGPBAN6QVQN5S1rs14sfDrANbGoub7m0JAoXGNUg1ZN9SwOePNMXUvc8z+
Jilkt1GTyHystEm5JSZobvdzmiUHbcRzg5IwRMYc613XbZU5WSMsVy6gzJeYo/ykIgm0vgWDrBN4
1QcZ/qnmkDl585GlafmkVsN13XPWoqY5K4mui04Vdl+PTaYqME2oDgdIPDJLJf2PXmta8HqCyB5Q
5yf4vfK2IPtmgJ1TuBJ72nskY7x5KOXmq1gbmQiP1lIYlOGkgYZStK5xsbpPiDhDWAMEB4bdr7pM
y2bVVvhHAOeJiIBuvAbwDvwUQePPlfc35w8O4MtHp8sLx/UvDOIfX6AaVZJ/RnN0nUqQGmvr8bac
MgdnKLLD38Kq7oyIOO0VLIF6T1NJvJfSGO8jfaRbjG9VH0/dUqF/OQ3QhTBoDoATRKJ2XCy3IUeF
PEnQvDmsyme9qJc3YCj0V5CIdF6dEkKBl+KefrSEHURuiQ/QdqFWx4+Z0DuS7Wy1v3HygqJqCAT9
Ul5krL30ZCL7qsE38oHyA4erk7Y9CqnQRl7px9i8l0tOlLvokn8PrRn3QCTR67tah7uE975M36ra
8dWzGV39Qu62FGJp+L1WvaqQO9z3k3/XZSrSGSL8gnufx/2VaIJR91q0xn/o0oqXdA6MaLXgD/Bk
5H5eINg3CMZjiocr2PBtB8fNwBO3mwdLjc5NXPoPKXniQJB8vX4JmR7dYcvJiMLJgV7Sm47yLeYO
lN1621pwUWmuK+c6xsbZk0En0caaCdLXcUr+RE1cmQiBqQVWA/UEIXu6geq78YV5AYnL+mX39fza
x1O8qAFrRsxW4wgFDVoLux+HVpStSzx1E+tMTflG7VNsZJ5luPIEoeRp0FVPnUMWAT4ii6g9kpyR
5OaNk/4KFBzgxFAU6VrRJJQq2yLWyKROM3Zw0YxNS9HIUjQz3ETamRWM+BHo+y6ytvbKma2oXNEW
Si/YwghFrURZNt6YhGgwOcaWB+pTqbpE2yONHxz01Se6JF8PxhieDVOi7qCLyOH48+teB6rdQSDE
wgzTaIOOsfT8WGcvIIpj4YOZJ6739WRGL2KRrTBIROL8d9Tzj7czo8yRA94ikhZzee6Q0vxUDG22
gbPFmv/zUvB1KZMM0bgG3UrN+tKq7TCqRKlftG6iYnrgm470P0DFtqWlnNPTRiHXkoENTE9cmoBf
TzThvt5aqfNluavIkegUL6vCP76qOmlAwWhuunXoTJdzCNFPmWrDM7tObEwzik90gr82fCSgRou1
29KR7FhHR/JynO0BV2hLS6UKnu1yMtxc7UasenX5gN2IcBS6Hzf//h4j5qYFiMoXxs7RdsFYqO7j
3kQs4UTlBbIA5SluRH82R0CPR1/p9uD1/YekL7U1DAT1339ng/wchMWMpRyW2M/3WMkx0kQ+gYsN
tlxa4C1xl8NA5JxBfqEVqsTvTYnY//yd9W8eLJ5hpHS8L2AejocyidFbKbEqjaunTf875xEwXLWv
2WOGqMzbTau0WPsURhb+FrdFu6Slh9Nr2Go+BlhKwNxDfU8c7NjOwaZSJRlgftp1B9LZTLRFVs2p
xBhshBZEeigvQm+oi7UyvZ+nMvEQGEMOxgKFnNXRD47sydWCEIBbNbPqwnRl0xf9El+DBX3KjHQ9
51oeeDYja/DEFXJsL2By2GyJcW4Ywwk4dAM2c39dtJavn3gNv+lIkfArFl0eYlxmB59/oxhhp+A4
MZBQmvtP7PuJJEU0J1X955/lm54baH2kCovzR9D3/HwdhSuTIeF38NJU8lOoZjlHoGlbd0Vx4xvA
BgHboW6FYDSc+o5f33WTSsI2LUYAtml+6boFjibNMWRaqoXq1pFkk8OgwK/t2NMZ9JHhRJXzzfWg
WUFzB/ePqPR46iP6GlkWkhsIyM58yTZeRYzeR/+q5Y2P3IxZjHLi9n79GRkALuEFGPL453EQhYWr
VlglQrLB1PG9tzZSBJ5nfN4//4xfXy7aNtZSMKmLzkNd/vs/l80OMGptsGpbUxNd887Hmy7gwBeo
tfLcZXQ4JIX4nr4k+beZEl//fPlvNijIwgBv6WAygjwuH4Xww1n0qC/6sbU3HSyCa7UrRzL6RPH8
86W++RElPWkGKOxS9GyP1k5hN0HKssw3tebpDgGk5pNcZRVr2+HMI8Okefz3FyQCYPnxmFKhzvl8
a6FVC6UGHOTa5O5ubAYjO/iE2X1lmdNFZQ7xietpy5bzuQ1uoigiFIOB7jI1PHoli3wyG1PwzNQZ
hyo3qXKdQ0KW5R7EEWurYhWet8nQTfelKZUGMaNjPCpJTAKotCoRuybEs3ID7Km7bEYHYYMVk+9E
yOnY3catQlIemAT66lPhkGU4BI16ap7xzeMonWX2zUqxOGWO7lnWhY06AfN0AzrAZ3U3JldZFtEH
qKSoV5YMgrMlxIEYsBjimjbO8sT78HVbZ1EzUL/IZaDAIOPzjxbQSiPtwOcpaXxgCICGtiNkzj+t
n5i0D4KRdEvkGD8/Kd+87Kyki/YXLY3EAvf5oqVjTV1TO607ajyUCHJptYXxfALN991VUFoxpOVd
X2YJn6+CpAGdacpVzMKaiTf3QaYRmXT+83c59mBx3kKZrlvIGqlU0HMdjUR4ryyaKtng0r74RSu5
Pi+biiY4Z419VLZoQKHBwkHraZi31bTG06ld9uRxbRKSnmArAfgSJ37Vv2e+o1fDRi7uOJzo0DVJ
7fN37+caqk0ydm4bKP6VbeTlzibm4bFVy6lzTTEQTF36hEyWOHBw3jtL0l53ygb23WmZOQ7jOvZm
9DTW0Q+NCFMPoz7jaNpVhrUqGac+NEmm3VVT0FjMq5CHWkkEzkoU4/hh170zXadRqL5TO2vI4xJM
weuff7BvnnhEDYyuGSBq3KKjW9P0jZ2R2oQERPFfcyOY9npj6meih4kAOS3fDmgeThzSvxYPi9aE
URH9O4Z2xlGxbqeKnY5B2JHDNsf7wA9STwWntqI3TMYxe8EaKDSBFX3fvP/rb0uaENuqTunOJzha
YAJQhjVEuJ7zdSKuQ6ar6KCnDLmdGewmWbdveAmK158vqn29xzYuJ5Vvai/73PGrV8AcWHpkvHpm
UdtQgzutvaSugTrVsL/6oAnaDthu5TCw8akNu3UsMAVfVFrePlmjBiy4KI0wdycRavWGFqNtoN/C
lryiuz3EtDNL9RLZ2XTTJbbxEbaS5UtXfZoygRzlZq6MTFlNVLzYlgcsMex9zUR0qt+c2Ge/bukI
HNjUBUIYXvXj9ouSpuSy2PQOla6X29pIcMBrRCmDNC72P9/XL5f6e9zEKKSRH2Sgv/j8Vico6eOw
sAlg0tr7GbTcFiK2pDsWyn/7wC5GF/A8TK4Zm2BT/nylyM6mTB1oc9HRj7xBrXwSlMETCkUtSeAE
RFrpZXO7+OM3P3/Hr7IPHlZbXdRgRGAZfIbPl6Y/oEvfJ67TMVMBvC9MyU6kH17bJkSFaTav0xwF
oDIzymOQol82cVPcqGFlrLo2sEiGrJrLpliWj58/2Zf9xOST0TvnHV6Ex0vO1j9LR4FXv+CrkwpE
+OghtDvzXAaJfvbzVXBu8Xc+rd1U+MihFz2yRf/fOCprZNJpWVVg4hoLNH+biLS50G0t4gbXFuPZ
Z0CpxbMY5aLKkgB2PD+PB0alehGQ1k3Lj3wpxpREBsB+wH4ILfKXMyb2WxEXsEXCfMjtg8ZpPV/D
+xB3cP37q8xu2mqzxP4FoAWnavZ8LS582oYCc6ZaKUDcjaHSsPQWQVu7CjJmJk50nsI1iaxVvVH7
zj44MVgu2rJ0uVciCWko4rjEBwwYhcNpMjc0C8FkvDQqtLyVltWomQwr68gVKKb5o6uAAboFZkJx
XofEIp0FVUI/fqi7huQjDmbNfkjMhfDqpPG0JzbcZ2THWg8UD6Brs+sYi1q3mT3VvjcHPBB/9GqQ
D0419r8lUT75LswyUNesXyU6w7qewhXrT6lvOLgyMKvRJOde1vftm495+ReTpMZZ9QooNzKmR/ry
ss+q6zZrfQYHACURO1tK8CGtAARrIypoidKsjPeoMiCRgKPvXrCFGn8YOGvn86ihFlXqpHTWZuHk
pIBjAjowAFLjszlOsAXikhIoePSgvWPwJyFMcsqjJU7SKSgN9C3dSphTqiMTbTgdWRHAIm/EYsrV
jbK+w+lZk3ZfIDz2sMQiYx3afH4EQCoeihYP2coZF7HBzMMAvdFkGrhCZVr5XtcM5VVgjMO7reHq
x0xST7/a2Y+wwFZl9qB0lSnXYYJ1lDykRCeBgiMdOGBHE+TI9wNE2AGFb7izZjVJtp0W5DuBAKne
0Tyw001SlarwjFhULaM9Cm4PaTiCBHKqRhiRdqv9MXCTNK7PUZ5MOTZHBfCWYtdsAyoWoFwmi+FW
Kw6I8jJnZVLcqFT8CQDdMMuXcQEhueW+AnsEEkW1B0AScdcZHtZhstJVP7D0bYjR961k2qtfhJrv
bERnNgb41RrTU0HiqbWKI6N+rlnlrgntsElTD6vugOAof4rDSrvvmM4X6yYd/Q6S79IpHmAN3Trk
idzHzuiY7kAP9k0wTnxr5n4Ai4rO+DmjVjNXU6XOCOcRl6LXifC7wJerpPRsRo7hamygBNYqbV+U
por2AGWgXNf1XL1zAOj2RKHr2QokZg/ANuycdzqqeH2avoLXZMzkALfS4Mb0DUnMGI8tu9qETIP5
iSelSF3wWA6adLCIoO4SXslVmFXOb1mY1XM60+5etaEOxyXX1PJcnVrnYxr6gLXADGFKicYMCZjp
7AqvfZSHjJcNs1Q8HUVU7rW27AXRJKi1z1OKz0vKf2yLtVIgzKM3TALTzyvl1/V4GXaQSuiYiHGs
4zjCqE2yNBpo9hoBeK+EZ3tbKuV8aj/6UrvRdsGC4tB5QeSJ5uzzst/6yKiYWjIk7gbGpjWPC7yj
GXACxuAznqXmWkvt/rw0ymmbhkX1gtaAZ6ZIbTcViyiMvNPdOCGY0ZDfbJkkv5QFKaMFP8MpaMB3
u6cFaB07i81E6MshvKHvBiqJ+UEbGla+CTDGPuQmGR8EBEz1OYO/eF5Z5jjesvD4txXj5T25EtHN
kAdJd77onkxGFGr9xBgEgv/PP9k3BQyHXGHR2GQEyD7/+V5Sg6Zwb+IBYEKsv+HRRZli4DMrivBE
Cfr1BMTPRsGLbhnL5zJ0/HwpVBRFqvgNxDjGvZ4Gijah6rTjD7oi8ENHp9oW3WS7TIuCQxiNxXnP
hPfE4fDrVm7RPqMzsZQyKmPPzx9CloXOpsm4MyNobTtMPsylanwhHc247JkYnjjafHs5xh8MI1Se
2OPvPPZ0IW2LXmgf9vplILLsbYTWuseMgLUJmvqJd+NL94J7zKwFUw7lGr6fo5lAwi6jiIj2laYU
8GKSrARdneXTIRdhsPYd39oN/mzfNkyi1rXts/f9/Dx9OWcsH4D+FkpUiBx0Ez7f3wKgw0DA9egK
SENe1GXWmV7P1quM44+eNOvnMTTk08/X/PoMc03KMvo1i/NdHn1poaRhpjVQ9PwoiZmgReV+RBaC
FDWwTqxwf+3Pn0vBhbrE/i45vMEeWT7LP7qVMB6U0GDo6jLUiiI3QrwCFLo2zJdhcKzu3Arh5dJ3
SIMtSCa6tCZMiovZ99naebON2xJk01OkxNpdqwSognCczN22l6X6QD4IOSljJC+xP/k3gkl7tipk
hn9JL2oaAspcirc5143INdEYblNabQ956YSvMPMD1Fmck8+JKXEOc9Tb4UYzeomgqo2za9snY29l
gnCyvFKt5u0onRQoeUpG8xpEeP46WWoYrUm8Kt9kQ4HLsHUwOLAZKGRaJcZuEimZ0MjNAnm1tfSg
/0PvmeBErZlrhmwDyegHgHhjddNnIaFVdKksh8FXH7GjYiY81Tb45t0i20EzOdZq/BjHxxJGD60p
9YoT0ZiSPGBqFyOwLw8oPlIsFB75iUf7m+uxZtDY5KDHEOrvlOgfPz2pGRHJm2REoqlssaJBcUCY
ZZWZq7CyeTzY4tSS+c2TjRPWoIfFX8chc7Ra4duSClFYI6rbeb4c2dDggenFJUqZ5rVow2QTwtnx
LFOdNrTEalTGiM2txHwuHTHt0K3Z6x4qgxcrWVyfWNu+/XBs9EvOBvflmL4DV992SLkb3UodoydC
FJJV3PYWHSzTnE+cs79ZVlDd8m4j82C2euw8aLuM8CTd4lpOTPh2VVUXZTcLoHBhxb8W4dZHX33i
Cx6DuQT9Op2Tts7MjzrDso8Wlq6IAfZJvmEfAgJ1q8k0we4lZghD19B6kwLdD6INCT/aU1gp2Ccd
vxQrtUUI6YVR1E8XvJFsc1NMQ2tVB1nyXto+qNkRYf4TEq32TtKCm926MapxM2eVfcXfNKw1fblu
3cs4qbYloet/kAYzI+xI+7JPLGlfW4Ic7BeqBLYvA2aIPFqye17cEWKOCmm1qx8jOlIbGrhknJdq
7sBPrjP8eLriBj3KtRDXPDBipTWw1pjNRV059e7n5fybKpLPA1SEyDoDUOhReVeroBQQT6PbzMsk
ooplPrNidBScONf/TZ/5vJYvji5qH6Y+eJ2Ph3iwMwynbAaA4cEU7TpVFEDTEcreTFYOhsvMEXEy
/YrD15kOUOup5jhUyMmz4DUel5BHQlfCfQQjsgQmZGa3gtrCOqsMym8O5Y1auZ01jTd0jkaY2oqo
3TkaRhilTagQ6aqFPjEjDBnPyZKfDVfJzeI3J1/1I9FGi8O4kPktFt74wpqc8DqBiUQCl9I2/sYW
Ao12PPjVkzqX6LYSCx2bi4zI/JP6VToDjq0CXg0tlqcGg3/755/uG6o+RpHs8UyyYOXpn/fAoLXs
2I9K6aJmVgvPVPDFKrOvD0hi5h7loaU+0ZzTbm1FOoj+kr4G4qPH2X1Mcsdt0ht5cEPp0Rgbnylb
d6H4Y/aaTzihvTKxaFQ4fPpubTWVU9xZFmzyNTtqVP/He/iveAD/OwPvl7Lk/58n5c4f7+HnsNXl
f/ifQCmb/gB7GNGbvB+LXf0/gVKqRmrUgqFhPMV0j9HK/wRKSfX/UvUBAmLkv+RJLX3QBVoY/tf/
MWywAH9xMmLJgkIT92+wAFAGjrcdTV+qW6ZI2Jxw9BlHizLwJlAbJp3PxSF6V+TxVTPODpma+gPB
Tc2+IluDBVfAuI98mhid9apnpX0dwShfp0Dhvdp+E0ZyE1GdBaCyktJoLsCW6itWtcNcyPwSNQgR
p+RCgKgFdJpbl1YHq0I2xX6mtjV6XNFBM56ndbMrQ4KjZmcdyxiBbnGog+Kg5DHuc5oiMvsFG/29
GPyd0da8Gs7BahhtoIYOtX7TGeswhZ30UYznvfPYzmInyRUcMEdEF6r9kFRLMxWIaoUYXaAw9qet
Uy5qUPnulG98OrcPDsJM8pWvzussyq5bVPpCS9aA3NgYH1E97acE8XG30f3gHCc3i/nkxvPdnB40
7BNt4g8QCt/jRDxAMtoP6AvIMlqRFLhTnPshY8nR5FVcv8w5je2U7Z00lZntIQjPgrE4IDuqzWhr
mW/4pafuMcjKLfdyADjnRIdRv9Tas0pgSLNzIPLyQwmU+xzvupuR0ZIa1xMqclVp7uvg1ZZLR8gN
0jt2czfV4p3Krgg9BN+Bfz2EpHGEmmfX4hAa5W4WAYI9x5AHa062RHa9+2Nw1ujE1vVou6dxuLDE
cBVO9Wqcwl0fRW9JvRmT16JMdDjvQNLwWuRK5GnaFoH6zZSrO4doU125MlCWgOzK2j0bSHwTcNkw
oF2qn+n9da09xkjYOyRH2I3S9mwpjnOCMKYObXWKr2cfdsVFj//BTZTAlX59i2PKtdRrP6dfZ2FJ
r+vrwOzvahsGS0W+Q6PnZCIQYUD2TPYyFgD3GdLfBKCo9Z7MUYs8dIKANqKdHUyVFCCDuG3AE6yQ
jj/r49QCp4XZN6t/VPFhUIJ4WtEfpvhRNNmWiSZ0G1TR/VOpm+q+LRM3lokn4gSrzsQIkFNM7+NN
ZQafTRbx5nun7VfkAZ3j+gfH3RRX5nTQze5PbI2XKCG9vKZF1hZbH+a7TF44aYL6GzxmeecRqGwj
P5/Cu7oaGP0vPPZXnC0PdeDsgtgHYYr5SvTXTVyCMrQvkI67YJvXZhO5efg7BF1gqOlTq3V3fpTv
NTx8/Wx709ReOtM9+KQVmt6bxkLhU6Z7kgx2gz4cpkK8OymJSZP6HtfP5OE2CvJG8mWdjByc4pFW
6Fmfkx+bA1O27jo9pT/phKg+eQzNfkfe943fZ3/CgPjGqp0iRFmqylPeebMmwYj37aul1e9OXZyF
f38MmnwhsoCoL1ajYtArJuSHse4LfOYnMEyQHaT+B/HpBzMd6la7d9YpuzWTqHU4x+eakq47Elri
ILt2oPaL0b4ZO6VaQoCI0gBxsFGH8Q4RxIsjk9mj9w46dNI1joL2PiyoHKdgIgbLVoLNGKZXo+UU
HtK0h4n3qB5ZG0QKzJhE2vxlLteRlM+Jn+8qoAwsIndR+64CwF+12ezRksAvE76pdnUZWhzrBjCa
IVkdYNctkBeKwhLkG/NV2snxlnV08MhYu1BhnK/oSPzGLL62UemvLO1cS63qrgiVi4hezJ4F3dhW
00NH1MZM3XxdBdazr2bg1gvjLqHSseaIIJeWiQJAiGol/OZuYsoEl127yZr8qiqT7SxIcjFH+8xO
h25jBiUcw9rK1oWqmJs55NW0MJ0zQIl+JVpzXtgOQjAm7X2hENV2YYPAuyeB7AlOyjUSUNII5aWa
09o2zjv4UV7ZRx9wtW9JAiRf2TE/auYtGDFiLAxTHO6AzeH6T+34rDbw4mXAa/tOKi9669A4piud
uBMTew70HTLqOq42ZmV61sTbZCj+hT/M9SUHl3GV9UGzKg0kwNKvEORMuNXKKW8v28qIDlFGSypx
urWNwHklSPkAuV8QKF7qDxYOgH2MzHlvt455pyw+EwtePuu3OPiEWj+3HeM/0xyjx7oldkNOYXnD
AxKvmzaILixAIniwHIwORPDtzBTDTm5D1UkDpVpxxJo9zjg+u2KMs1OdD1btbNBP8OMptqd04Tbg
HMCy9i7F0OGZQHXewQO5C2y/WtcdkZ9BWBZ7StIUI9jvsg3uUJXvdFxHm0m7baJCv/BRYXs4hjFB
s2JdExnOa9M7Zn5ZI7vZ6GHbv4UKGdBzin50P9FpoPp3JOutll9agz17w9xXqODnbj2Z94oc6ffE
Fuvj1NXuyHxp2f4C7ZeRC+GFNlFCg56dJWU7ojH3uMklCIPKX01jkuxbKzfWZjdnXjglL+0Yio0c
8IpaTviUEmk+Cf0iGMtub0zWXZRM+YFg1uS9FTnJCzgqz/xktsGNSBul51h6k5qxOlWOzZ1JwYti
j4Z0HlEWmNpbhj+bjD6VB9ZcuDJFcy0NpV/LPPVdo4SnA7sbYyXudXJRcB/5lM5Xea696moKwazU
AtJiwh3nxPtBJ/5D2KhcCllddIJCwXrUOMhu52AiSjYeZ1cppjdCFjpWiTE6tyXuTtHYJDxTd20b
fmpXqQ7TuGUqWEfzHxLZVc9RyOlOzfppzvPfvRncQBQSaxo6rAZaihEpftCjZt8E0yHM1JtZsTa6
nu9a2d2Di0NFwY7iz++jlfwqOJJESrmtue1RlG7xS2xNwl+iceMbF+NoeupiairkWdTIrZMgM4xo
IqiDV4DoGZrwbCZ3DiRTtwVpyUZVHQqZnDljdhXgg0qHq6qRuzxXLnFTbsmBWis9Njafwq0xVMKp
eDUMtbzk3lNBML2LnbMyza2Xwm/687mfg4CRLM9/KHr1KlUYDRAXSTuewVDjJlntCHcWBilzCN62
/83ZmS3JbWxX+1Ucvs8TmIGMsM9FAah56rnZN4gm2Y15nvH0/kryHxYp/ZSPdSeR6mqggMzce6/1
rTTUpjWR4pPXRaXQgW8bBUEp9aLkN1oMIoOlrUhAaAdzG5JjjSC4BKZrEuW3h1liH2AuWl9x+E1u
pAR0txuL6KGwI1awWqI75GjsjIQlZOt2IFKMikrZWGEm11pusDsPnenrraa6LaANF/fGgpHdEPdq
JJNNPy7mtseRfEQpmrwRKlbfg2Au/YggTmPVxkvwgI+qGJnc53QiFUJh3IIR7AUlfbqrK1PZJtlU
vzQGafDGePNWKOQnurOAF14huntMllk9NQQb71ujMz9zNSrdshu7O6wV7+TQEEKcoXU+O/g3IMCW
nGfyWhHnBHMnWfdF/KjgMd3pXPoKhbB9R/1ge8kQmrtMtStCIGuixQS+1iXAWgRaF4DGOJnuqI75
vok1dg+71uc164eub/VK306ZFe4HGb9qbTsZaxJfzReVREt3GdTIa+0+uUprYhoo81YncygiUz6h
AfNkDb3cGViP+VKxBoVNwDFlLkZXxbtOh4eu5pJI/YWaFU2x3mZ7ndAmZsP5wlGxmu13/IARXFk1
vC1ObQ87Ke9PUyGS10Zmzm5STep8cA+YE4usGr4vWWVsp0FQ5Ufdm2l1Cguijr5R9MZJK537WJob
cyq7VYgLrrGcNcRuWM1iX4dD4ZrxlG+4k2Klh+KE4+YMkerZSCdvhDClgezlURqm6cDxvfXqAQAE
JFyAQWnwRlNinalgWtDpHGOFJLaIHXB2sh3e10dnzJ90+gVJB+jJmFieykf21T0SdJ9Ans6bGmLK
zTD5QoI7TRGhrieann6tlItPkNGVZIIQDAC5Q6YZU7kr+ipJghMe1hN+uZ1s33kGmb6lUKmkFT6X
6bSCwHVpa6FxAEQ/wKwp2t94yqsUAvOKZjM2+NB4WUZF8/tB4+bbjZtqzlc5WQP7QAS3cY7jfTIb
1aOm1bTcpsV4BMPcuyYCs5U1UvkZiaqtS9hPXpU0TwvpuPeE74JtJTzT7TJrD7DH6+EUrIMgKy91
0+PgTHnwnRDIsIKN2J8qsQ9tY61V8n5W30p0+3p1Exw0m0ApXHYU385bNGRYwa1kUlZSq1Y9KiAG
t4ycuXuD1q/Nkpy/uuWrLcQGOkJ4xpT/vQc0uXI4YcOoVBqgVjzqqqmIkbcqpnltccHUAIAZwS4O
3jSUpPGBbPR6zqHsEyI/oObbO6p2DkXb7wulv97okKvYNp1NJlHexm3EALbBRG8E5EBZ0QLsu518
YlNyCpWGcSS7gw2YxOR8RYDU1ox1/UVpWBLayIIaoqatBdBBMc9ZV1h+3mb1BQjqwCif6UEehM6B
Uo6XQA20fK2F5PeUSmZs0d5Fe2jsxdMkhPRpp0fXTMsShqC6/aJn/byxlKbZdNggURSQx/ZSg8y5
IiQZnhLUFA82CrWtgl5iTSAn5AUH++aLZnbZKRrq5JQVQj4UGTqcuswMeGWILylnxnqnKnH+MlZz
8xhm4BEnO+u+Dpwv9t3Si70CUgtYda12T3Kw+0ufFsleRE72RmIZ2IwhJQLUwOQyo6LI5VmOVvfa
mVrwkDZJeE9MIxsR3DDOuVoQE39EcvHbYhmM4WnkqcWKJKvA02U1bYG8Ba7GuPfRbAjtcop0Oqdm
pRzIvKUEs3kwLTtXHwKtFl4ZN+L0m/Yxb2xo12lsai6zfJZ6ZjTdTdhTW0cW/eWwGAZVGy4fgoJS
9kkVZLg7KI3xgPI8ekXF0TQe8bztSy9NXE6Y1bVnGgjTrgkBVzl5SlCKmewWzFi7KYybW0pNo91P
5N3BluNQ62nFnHJrBjZmhygsAsai5ywxDL+2ivAqtSH67I0B2yzQmxSvX7n0PFp2FGwWsx5cLdBI
T+ttKkMSLeZDKkP2BJk6+3YaAhKFCr+oW4JxRwCLPLUwb3cqoU86AfMMUlsvnWhKGJ31mIvmyj7b
YvTjdBCYAUm4xgPcd0oYMrCzYIy3yDQAS9RMrPRiUb9L4jpw3qGHS3Ui58Cef8x93J2HjAzCIB/8
ggLd700Ah8gF/FSmryVR3xvNjtYw3/xEZ81GAnuXMAZbMavm2JV+KcrJpDTXXps8P1dmXfCaK+Gj
YzRkJKJ0XA1F03NuIBCtKpbhkI2UldHnQq/EsM3V0CsvfRTsZJ/5o0EyAoFYKBe0Ze8oQeB1mb6f
GPqvYsJRV3k2HkstWw8pqWSSAkyvco9q9FY/3jFNtviPeJ6soJfePNxZy1OCQXLO6DbQT3KMmyIk
elTijuYA1H2AIctOscut2UDp6kc1pOBTq5NWfXTaZSk5aeFfWWVJfqbrYbtqapluNCmlK0Y6GXaN
Y9HxpDzE9VrX6ox3KGZuqYQfiVqsCWD8IDAueypycWonstHtGuoF6HFjq2pkjc0a9VSaVBcqqR23
8jumf42420D45Het03B6tzTryiLHGt+hxNGr7zNePaV6DcQyuxbtkoRIGLcoqQQ6oiTdKRkcFoTU
3FiwDzggEBtpCfHcha2P8o2aVFaHvln6g5Ja6rqOok0bWJKBN0PSJc3RpuQ0CW9prQrZdoZz1LN1
mCRfaku9hGkFeQUHT9yzZ4YinV1kC46XF6WxYddxVk1GQHZT5v0amWfKwaEiYKjM6y1eZIEStGzv
wgVWB752lpacOUr7mJbTMSDjg2zg8rkJa1i/zjvotYFMzSLeqEp6ImRU9nQlOtxZpHSdVEToSONc
eOqnMFB0F7hDuq2TGvd10Jp+q4OObuWMLE459jKwzqzZ+JCK9mDEwAJVMLpIxrRkRafXzczoqNAH
8i2MSu/hkvAQWnX5spTTJ4xm9Lm3whOncuKHjnZGvLOXofRoZkCmjpWjEVrHHu4njTNVvfSFJU9o
3CZyJUlNReXgadF8KKvA7+NeY1cyPxWrYJOx5cniOVjZ9oPEVP6sEzfmG8jbUXsTTkOaJtGOQwLr
OKpQv0FlOAo6Tg8oSQY3rEeElm13btJlY8XhXQ4+aqUP2vNMre3XizzrWsj9KvJFoSXTphz8i3U+
pDwt4VNa6tlGFshCLZxLcHGiXbuUayfgKW2i6apmufmY016MHV2sw5w4ZzDE9qYsa3utlXNCghv5
FpzjnTsRpd/qMbwCI9zzmzyzJ56AdfDKO+8yK+hrzRpLYcLeyExwZ8YGAVgM6slMV3xTlFeyX2gv
EvyHLINwyIB4NkyoEG0N50AUnVsX0/zGZqVyto/9gVbQsYcwxJFCSbxRmZvrEKvVhaPBSe3aw02y
6iGQ0T1nTEjjFfaeYeSHOkSpT+DnN8tEJWgRYfwwZUij+rS8E3rDItlM/RrFTXlnpTWatazscUCr
g7MGQa3tK7Myj3Mmw0sptHiLYQdgxtjTk5mxeTPaQveqXjML60ZcWc96nyKicTpPs6vqysazKWpF
wrNwzEtnAvAuWINtM7moVv7gmDXrlf59qJbfdiW+kQBADY9oii6L0PciqZ9MeyKsGJAbuoU1gipU
d5rX9fWzbr3FeFcuCOj1S9Sj2S89W7sboszPlHdBH+7BKc1xpVoEfZPYjKOqwWY+a3O6cbpleCyC
tlwtztRfkkIXjMrTXYNk9mRG/ezHifMFGR0Hw7h5JpB3RZv9Fspd3EqmkYzPTFZuBYOXK51IYVam
1JMBf9gT+HmIqsArlMsARXWf3JQ3TWojaB18bRA0SmtfsUrDT6GHr4jLIn1FzBkHFZqyfb1LYRsp
qjiNGMsHnXQZsBNa/HSTn7hDo23rRiS+aXZ+slAQ03Z9QbXYnqKWDCMjt0lbrXtC1Nth07DmpgmZ
moHh1C75xq6ebxu0wVNlMa94TWt0h2Zdgigv294LSIHcFoaM6Bhw7Cq7tj2xXZrkTM3sg0n1GQmY
RcQw+7EDwyKtlmRtaf0taCMS5p5AZSYSpo3GsMu/IbY5YPg6Tlao79I+fW1mKFQD4Md9mo67PA+r
bQL0lmzzhZE4jECPmQUC1b5VPxwS4zej1h+z220XOW+J3tZ7clE6X51nf9B07mXzVapBQpogVEe3
MMfj6PCQx4GNJStp1rljECraaOE+V9tvQMlaBo7WRwRGisTWWwq7R3qgWA99xI4UShyqCTMsmBeK
igc/b7/WjvmeVrV0Uznoj5UzPvIYXIk2iQmkCz84/WhH4hH2+giqdjLFIUTTxPiYFrCcR2jvhMJx
5Ah8JUsVT02MVdSLcYdmAwLDQgFZAhxJk+kKx+1iheGL6GdaDka+MReCYOpE2+dhXKyamrMAaGby
1Me9kVujKzT0PxCQSGQA9gZ3U2epMn2U0/u0he6iJ6eo39v51k4fi/TUVc2FMtUDGLcOIPKw91vZ
2q4xi5e5SzSHvSKIS/Nyql96hmunak6GEl0GQ71DZJBBg079rllgf5nygg19Wi3jNK1l9iEgXeU8
+KVCsBBRM6lbxu1WJ64HUcOD2eXhzuzHi9rUe/LkUMto87lPGRvVyvcAFzzd8tjc1HEXugl/4WLf
pK+p1YE+AU68yvTZy+w3pVE+OWpvAQ4V3iz6tZidB4keuJjjC9Cp74UR60enNSSJHzmhDaE5XmYR
HpqZCq6yl5cuNJUVRhA27nMusjtJlimtQjde5F7o87bojMRbZLuxJrkfZSs9bn/sqmOxauv5bnCU
S8WeNypPNeDpoYDhko+bPIWqZGahTxTQA1/rioNS7gYDh6Q2kNc5vb3AkpUZrk0IH/pilMuhnzWP
EKRjGNIQKxZ2DTuIvmtReAITIpnz34IRs3IXmpLBObSXjhmkTQa3E14hTbOVC8SfseVDUbkMZbJ4
js7L3xMkcSH41F6NOsaAtLfNHT2VV1mXd8QFsfdMclf0DKPCTb2Iit9VbHJTftH5kT3P9Kgjfe/6
7yTxrLBfeo25zqyzlPk6tKI1iu5THdQuiN51RtVY9bz36hew27hjra9jFLyF7G1WNeI391GYPM7N
ySrEyZj6PfEirqPAFhnsSxwHB5IvarbiJOEIiF8Z6w4R6vn4YJW8+EapOSjPa9pvFqVypiwPksHu
Y91O5kMF3NYVeqg+6uVvADszDNCmmEp5oFjeA3fCPCpJJwh76rvZMEcPq/FdQv1Bhxq+llZ3IOAW
sQtLEW5r1fmQBUsj4UQtsuol87IS8lYyzOMqqRssqOR+asZMEgKGbuih5r7qi2xX54knh/6Sxgjk
VbKtOQdmeKVKcZf2zV5k4V1DzGjhGJdIZOm+ifKNSKEiGLI7oHeJ9tIQ43pywpe0ii5zk+7UEK9I
lU22T/vOXoU0ktykRWlERPshp4f4lJT1JxZ0XCQ2dWey8AFilA82K6AXIwDz2iIzNgKF+EFo3TYx
gGoOy32uIWulUrkbWiO5i7qIAZoUXFMVc5jSpDhWUbsGl3ZZam0VATYT8bLp5m9dUF8U874og20P
C9zMQStzkD47WbnWWm1jzMW9Aw9L6xBppN/bLlpzrN92TsrKwtK1i5NkXfTDRpH4ZGi3IUJhym2t
ZaJzysAxcLPtmsdEHVy7PHRF5UXGo5W2F53lPIzqc6xhnuiowPSxun1rxhepF63ftymhqX2qPYvO
Cl3dCqllxjEIbHfpuTryHNex9RiFs5s2YD5hbZrpOTLCddjsksHLpqNpRxsj/CYpw+G1udDKKOha
RjUamVyfGrHAQzNxVdI30/jV6qa13n1D6qXo1WuWNO/BLK7KeNMW6F6IFGrBDFelud90xyzVXCV+
L6LMrSg3E5Zh9P+JRZBGwlZHUyazkChmLBdDDFle4siO97bJt28D26vNOHis6rJnik/nLkXp6lp9
puwWh1J7FVSWcp9kdvjQhG19LXIagtVCYHbbCLlByqG5pGXFXxUZGJui54kWRAcjfWhH1WdSX6ar
mtYC88eYMKbUIagTLQGXOkfzqar6dh/oxbjpBrPyy7wwnotYo3ibWpZ6wuZbT+Kh86eI3M2kUL+Y
Nm+wWc0djdss/GxhzO2UlCU6MZTypVe7Yea8Gk1+kzjV/UTcmbtkySUDyLJK4wR+fWJASZhsUmhg
9l5TjgOPE4d6NywyT1dbBnnmay2DLQmxD0kjnuxbsDOt1C/BXPkg/Zh6ZSyipdbftWi92ayeGZiX
mxJIGuAhIgdzyoQiFi5WSLwgPM57NL21lwbZNy2xrgzrnrXB2GlR9DmaKSUGtJ6uyWgLUsn31n3n
OHsZ0NetJvMibXq5SqBflJi3pZUy9CsmX1XwyiofezCg6QlDA6N+AW5Klzog8rRWeFvGaFsxxcB3
NK6E3t3N42Thq8qvzdhtF4kiPDMuZNK9wRK610exh352XLJmk5hjQ49gTPkqF7ElOfyalZbNuTB8
mBTIjHr3CuFiBoS53KjpkbkFqrmmPzqu4NY/1JN+zZVbKg1d6VLX3XFi3tgzplHTE/4JhS5h/5WQ
5kbthatwuHepUlGS0OLVb8xOKtHPLqKfFYxsbaGeoV6oPKjLGQg1DqcZEM5IRGdD7++cDjks7rWN
PqVvPZh8sJjVRx9EX3Wl5HhtxXsomsVGL8Q2CM1uNUbTthDqhtThtb2Ee2kx9oGpxEQ7PCSBfOZg
eNZVkXBCiK+Tgpoums9QMVZzYE6rOM+Pic52Svgdbx/iY8u+rclEgFtB5AXjPK+Klg5JWXOhaZC+
VosN6HXYI8S7DRSJkCukBwQ121QmJUvQvc1VfkmClr3fiR5g4gm3rh3mksF9TyQNWRNv0Gx2Rtdf
oKuuQ3oVQVR9aoZQcHTIx7hEO9HWkGCQ1YPO8Yy+3jjAv7Y2cLQ1UXs6hmJNksqE63rMDMS8aKZz
/ToQAmERzedSTL6rEcMZxRJvaj8btBnVz0Qle4isitvUmyay01+jSb0EcjprSngRY+BZbfeqifZS
DM1a2PO9Lb/Kfh1nyplxITxqWKUkbcC/A1eT4U3tqH1SZdhmSfxhMg5Vy1Wt8k4SCkwAIkcN9ZQx
oDZaWiy5tkM57E5qdj/3Dw4J87G2dYr8bsoftFR4XWfdpABmyJjMbGDv4Iibg3QXkg5cz3bqR6Nm
rqbIZO5SxAd7gctUq8EliUsqIZWu1bKUjJGobOkoc7hVunZaV7W9SWwJ4DSlcpcZ2MEkQ46TW9/F
kh+RfjyYfeyLBXtZ2QOyVOjWda3OQCaZ19FE33xgT3PVsHvNqnmf2cb3sOn2llTvGa3BlHBO9Dj2
lKsz8zDmmtSXK+iUJRrX3N7o9ezZRbkhbGTTy9ZhFtRAYOt6bUNGNw12MVQ8ckwgOYZlq7ocjr2j
fMfXtnIM/Qln3lfSmw6zHD6w8X0XItgofRB6RJpErtY33zonuROmQS+qb+4hiLIrWJAJRpRW4VEm
LWMoEJB9wkTvUyF+zDfsD5wyT82Unlt1vnW8cu3cZPWx67pLNC6KmzcDCgaZu7JkHe2X8lAS+0se
ARKXKsleOeSSNdK8Z330OraBzhzCPkyj+jwP9WfBIJfAvlzQ/haPCq+2SgNqs8wfi9n2q7RklQw1
x+0d65328c3jaBDzHOG6ZACnOfOVWDOXA8bmpsqwM3XNUH/0jJwMqAWMLRYbmzQp7ZgU+YWWHQk2
aURq61gdRY5yKUqxZ0Xq/BljQWfBxzQ3Or2XKUxms5asOxEem7Yiw4SO2arVCH0kVBFZck8Hr5zF
zqkHZWWhkOFRnvYxnER3MOjcok1R15UlLyr+kWOQRpHLPcqfWqhLpSa+Ll2HICp67AVwErAIOP+T
yNdTJzrEET7UsmIqFmp6yfOoHkDVJW5Th6RKNhX9bt5VtgexqdD2bBprMNxAiz9Nsslmo6c5nWj0
7fKNDIe3jmAXxzgWFSOYueFGk0Hu2UPzVjTT0aBOiFCUz8HKqJBkWOaz7GKPIalJlwNiOwxm/AZF
9A454MmcjOhQkJjipVpmftWF8olSmTVVfR9xD1NYV6S3J8d4nkhC18LbQOpr12pfSqV2TSanSWe6
gncBNVHNCve6YOL1xoxDlK7lx2CqETLEO3S/V76ug5BI0RgpXZPM8CoShiqNmUSG5iELoE1F6NVP
MjpP3XNsJ+R0WNYu0QiBW5ptXQ/3DhTLnVLxaplq8Gh2FuIIUj1Ws4qoUY57S59ezaS2zsqkkVTT
KQ9LNZM9mB/UaTh3sf1Ya9xCMpnsCOoAHbEVKaRi0wlOOaH+JSjvGoHWrZLLWuiBwiSSeVYe3df0
pmnJESko71R0jYBTXkIre6uXSN90Y/LQivTbgOAwsD9Iu121DHlHkMjkDO21biPGTZXuZrNCrcDU
Nc1Ot9ciKddZtLhh8tQz15P9fUw/YPRTw5sb6lqFIUeVrBY6IvqM1HCmZ9SR/LcvsIbvobUdIxtJ
mKP4T5F0IeLfJuyI0cL0ro6s6DGuo+C+UbhQJKnKXpu7+MNOi2VLQJH4SO0Memg0FA8L8sdPPXLY
YbQO9ig7UT7G0TnOzRHsNAhZRq1z95Ii0jqjos03haPMKAr65EBok7ObCaRfO1HRHnHlRcccF+/X
oIjI+hPUrTr2I0qnSVnnAVZhAW8PCmUavEKoeMeTcmrM5N2umSVpXQlys+kY9Ahb85EDVschWppT
lkTp2dZzZae2w3NbcBuVgC6or4vi2QZjyXBc6/W9CvSRgWb6vQkblzXXj0KxXgi9mXrLiwr1UrbR
y+wMiNis5zZGYUoGc30roq428RKeKFjfdIbrj3Viibte0vjU3/H41W4V26u0V05JlV7r1FyFfbAV
NCC29JHEholy7tfGom/jobvWsX3fRE58P5JADBoAvRSG632DUBqQb0t+bdafS0t9jePuUGpkPClu
PFCBMJnpmDZ3zOOTdJPO4WpiRgU/49VRTiQCg+4+qla4tpm5hNa1tIctQ/FVzcHOVj/EyGwxEtuk
Fx6B7W968nWRkh7yM+8tWD9qTCNc3gRGknUv6PaFN7K+1iKhceblXbeDQ6cgOTUtIHABA3ZOi/Ye
B4NPp+QcJtUOpx4SphDBoBa/wP3sbtVLzaoSQtptfWPi2JQUyLHEtcRWTZjVQYs9Q9uVeX6tbWNY
O3Hv64ANX1P0jWt4C+yyiB1H4voI7nyJis1QxYcynu+SWzNpSorAH0Fb7uZWUuFONwL48JD18hgM
jlyFnQSG58TTjlyy0A+TET12lNKTQjd7DRThPNMZjNb6Ijn3V1HqylFZD8VtDoBuLa0w/A4G9H3s
Or5KeKOrNQAKaoetFQqsDeYXX7AZnXBUrIdJfVk6whU7tLmFuYnnELFyIr9LjSWS9gqsG3VSb6jf
8JRYNa15sRxEOW6GbN6kgmRZASV8FScTLOyWkLRimQKkYcH3SGMC2KFzFZKAyj462t1H3CoIcwyO
SIYJ1r2fsne2XF4d8KJzOb0SQOWXBRJXhy2dUTn4Ugl8fKg5mOXqNzv51lQtKnRNnkab83/Pv5hI
Rlcmh+ysajq3Ulo6rlmWsJCMjh8DGT2jpFuxNksmEfB7gr70Qxk+zl0IV4yQvY+8qQoPCkLnhSqR
8+10IsLrmQl35PZGNqK4NnPIgkCT+S0Y0/7mLPiXPBaX6qN46JqPj+70Xv3HDymK//wPkpi+lUzj
4zDq/vn/dWP88D+1//zth4Qfpffevf/wL34BT3u+6z+a+f6j7bPutw/477/5v/3Df/v47ac8ztXH
f/77t7IvuttPCzmT/jFJEerDr0wWu28f2Xvx/U//x+8uC6Hq/0BnqcItxBpuaTjb/p/NghTwf0Ce
UHBgkDgFvuYG4ypKoCD/+e+WTWYjibUWFBbdgpb3Pz4LS/+HBqAEfZ9iY4o0Le1f8Vn86LfDGW0Z
Gv/QNbnRFTH4/WjxmZvZVHiUBt8uo0tTlqE/J/W0qZ2JbsC8ZMxrIDz/4f5cfzcQ/VvR59cyLrqW
i+Fn/o+t6PaZ8LpYkGxdqjc3+k++r94yo4CiqvUb0sLfh3G6iZ/Vu8JxhuswKn/HWfvRR/L7x+Gs
NO0bM5YW60/eSvLlgxJkRusX2Io3rYESnXk8yQdJZXm/vrK//CipYBwGYgKR6CfLStBnldIjpYFp
KBQI9/I2uemJugOyRWfl1x/2owX8v69L3pyqOPrU38MV/2BTbfOmVHO1bP1Sb+iA6YgnydrR3+ok
zR86AZy4yTRqDQ2338kAZvs3n/9XXyPgOkuBL0YUl/7TozNAVLSmTDR+yMHjQHeJ43/aNEfkN8wx
a4STv77ev/w8SGYKfGToPD8/NpIwbE0jmYQw5qC+d5a6Pll0kw7K6DgHmf2d++2vPw4PMP5ileMy
b+AfDeA12b+jGRqND1SYXUhkxB1W1Fwtj9p2lE62/dcv74bb1SUCUN782+/zx69zJkwZKEnjz85k
rQFYqzQhM3nKtbC+jBpGpF9/3s/PKj5IRjogCG8rkG79nIaamU6/oCtsfLAUxjVto2Tdamz2t8Hc
l19/lHp7xf74xv/8WT8ZCaWGubLQ68ZnzEocjYWIMMxa+ggpMzDSQfpzGGpkW5fTnQNa+FyNk3EM
sIdq/4eL5oFVdIC1uurIn9YCsuqGLM/4RWYJq3K2BY4JGcVML+vx668v+vZ8/HTNmgGtmbVav4EQ
f7pm0BhVaC5R7ZP/QxkbE/RhLur00M1lJt22G79Rb5o5B+H6X4NDkK0AsZktxzFwy0PL+hkOUakQ
22cyD/z8me7J2dDc/lVsemr0h19f489LkHFDJJgq1wJlgxXk5vD9wzMb0iYTaKsiUkw5PZW8R24X
2CSJAGZCKoMabOekke6LbGhfqy7rN7/+/D/dY6AoBssBZmYoGCiYf/z8IabfJcomRGcyxAc9sgDR
m/10dKIQX0Oofh8jo9uFS2H/zdr3FxfOZmmxRyvM4P9Eh+gzo1DrFkXCkBXNlg+BGCpxjMz1rCAy
aQsXN8qwQZ8L0iHE/fHr6/7zx+NGU6WqsaWxidq3P//Dfa+ZXag0MSO/XcwFNSZUZJ2QnJtmFSyy
lll4vPXZLFdW1znbkuNF+Tcv0p/vPHHNBBGy/QB7wQ/642/QZkWsRF2NchYpvNs6yffYKGFgW9QJ
ajOUXi0LuR5VBK+/vvS//mBsz4DtHcWSt2XtD5dexT2uClwAvpWo+VpKpE+pyApcQ3pBJdQbT9NM
NwIy9d/s7bcr+uF9VgmeUCwdC4BuKezvP36wMgc0Lmen9Okqtp6Y5mqtOGiClVyDCVHw/FeoI//1
2wyQj3cYFjmbnvPzekXaMLkPc4mMcgqPY0ROO0HIw67Kpe1OmATuR6d1Hgppxn/zhP/5PnP+dDgd
Mv118Pr+9IihgrenVhlzUMzmjLJQlF9CJX0GPq9vnd7QdwtjhCxEMPzr7/fnbZeRF2xovlcItbYF
h+/H2zyikc0Y34a+WTe2m5CP4SuLqR+cWb9TQyl2v/449S8+z9A1la8WBzRQ458+L0b9RA3dgtJK
VLIkiP5BbBTRDbTjUdk6U9AcA0FI8aqiY3gMF7oiZG5AUOqdxq/jjPRDYzZ21Vi1j8Johm1MgNbf
fBd/evR4x6GBs40AI1EoGX68Jyl5q1ESMO+24E26Aq+OZ8gRX5eRJVtxo5OzFnWbv7kzv4cn/vDI
Y/wna/C3MxenTPnTM2Bj9upCHAUeQYMF8hfk8Msbaat69mmkXV6fMSEW0zGfYqEc8BQlKH2DZLGg
3EQI8qpl1JLNhJwke8ARtjTYp0N8gh5Nci1+64NeUc6SjEWk0REAcNeg9zuh8C1NfZ9OUM62gVEX
5tugzSU8Oyr91JshvYuOBh1iHD+3swBlbaTn2bYnOmF0Z61Ca0pGd5af9VF33tt6ya2XoGsRYVTG
0OATLXUam2kYo35JRNd9VSZr1hBwhsPzMrdgEZHSk5dX8KjHrqLVy32oTz2+i0nnOchR/xn+pN/E
6AjNgmvNbAAfQ8nhcA0Me1Yee2c0PkA0Mfwyi/kVT1YB2npu8FX3gwyfKJBoINh55zDEr0bHbQIp
iisNy/EWq1BLBbFADga9XSoBvxufxFp0efsub4b0dWQ26FMkx4pdHSbM3tEhM8EkkWeGo24od01t
1/GqWczgbR7HetiHjZhyzNKNfZ4c4ti8kVooh1gJ0WKDLA1LL4+RjXDE0Ik9LJ2suAXL8nf9KdbS
TUMrWHfbWGvfiyZvVOYUont2+qbVaLPkuNAE0zly3Npkep+cYjj3JY6GNcrPYLgMw1SnbtxXEeOq
OEc6O6tVP9Inc8Qu62LzqC5wCcF6NojZnMQ+F0tUfoKr74qN1hDWsJuhYWD5aMYYtyz2xXAboAjb
2UGzFEdbVZg/4Nuv6n0UKsInOl2KTYOULlyjLED1UGhxbrhmN1uG1wShdbYzyX+wmq7+L/bOY0ly
JMuy/zJ7pAAKBVuOwbg5DafhG0h4eASogimY4uvnWGbNVGeNdLf0rhe9KqnM9CBmgOoj956L4otl
aLGLwonVCnssDF0IiUOxn328bedcFiBKMhQEey59N7mq87r04Cq1YIw1WVPuGNbMl0WmY7azuoII
Ul+DoI5HBwsidCWnGU/wM/x8L0yb/Ioia77ztW0PcYEVbt6hSU1RogVIF132zckmb5mMbYm2h3lT
Er6moABOzVtVSoF7th8crCScZvVeard8dus052vo2Z3HRic4K9d8aL6JsWB07gwiLR7t2dU74ZWL
IhJ3zdVBiWII74dmDaeTSw95h8LCTS8d5dbT4rsW08cmagJ0SHYSPrVD3d+069K5uygLGn6HHi3o
diim0WGFZcgVq7OczMjeOPPBrtErHUZPJg8S6Y06UkGg5ataEoVju9NMyjzV4pKuufZQPS/FwAVT
2cWLo6PklfsMEOqa2bCK3Qip1bgkrD18Fg7EYFQVO26/FaO9KVLTfPqp5o6iQrXkJpgjk+9ru+iI
sUY/aD+KrFIIb3tTPUqRsk1wG7vdE1xbqx2YkWbg47BH1Fyt30UPND4R42TNtI25XLA8Na1wcCEq
e7zJeye7Bt2V9c+lzOG8Dcs4JVu4puB5c0LPAKpLPPVR7gT841Jg4JwqG3E4rko270niLg0KWIUE
VTUV8lU6DhI3aw7zr2IQ9rrDrSRuiZduoi3SNTgGhonNZljRpw19EYNIzR+yrO/cOE+Ak3Ka0Dxl
SgYDa+vai5CNF8ADUyv30Ti0up4wFrTIHlnKDaxvWgfvtdNnbXYuFc5X7Fgzr3lG/nzA1HQi6jEV
1Xw1E7fAQisV4YSPONBeyolkFEqQlO+1GGCDfJNe501bCZesIBXMC38pe0rYoJAP2Oxyv0OE7ffY
pJaCPSyb6HZ9GqCJliA2HPBH5VVfvszBKPZdj598U0IJYiVfRysr+yBr7RNBZMV9bVqUIgS6pe79
aMvxNcCyZB9TDIaPqDOy5yQ00D1rRYc11VrjD+OxOZJvhj+bnT4q6GwpW1aJFIbI4EhU7nZ+sMyQ
mpZ69bf4LxG5JVPertw786xi/Gb1S5kmHlJh6L4PPsg04t67zDCLV0PAPKAL1dPShIYD1PjOU1DX
6U8N9BVIAbs4vfV7Bo6loZ48Nb5uDFzkiIjSOo1QKK/jMOmTxCOznxuGu4ybc3LAyjBPf6m0RJdG
clmOjm9wgpdoyTMk17NTuhyM+L43gUomINTeCoe5ZXa96KE++2OCp59Eq+GpXRp4IDqz5suqJSY1
Qxab5hhY0vUABLFiAN8EFojVdf1dK3cpdk4hfOc4rkkYazxeXgxflOw9RfSqtWGApPI9jxTHUsok
/3aN+lljeEysX07mDY+qVaY9mQkTHSlGZBQiS2Z5KIsCvUFm2eLM7gW5bl7ipdq6LvLAfUIaYIGM
wvVgukmXm2isGwNqb3ECpCxzD8wug5fJmlRN1rhJc4oO3g8jPmf2xDd2pqNPD0sGiNWlxoGdTFW3
N4TgFKiYlSTKFITbZ+pMVhs3rY17MvXntSGvOfDvO/Gn7LvxJ28X2KyA+ZcGs9+Acz+JFaF/WdN8
pZKyYucGTXCHQFs/Dwhgf4xplZ01tkQbI3Ajr1p+r/70purKhptkesstqDGdTCb4bGSnxSbqnDZk
xY+eh70GodQbUyrSPcl0Ku2bfOg8vStMr28loZbPabB03ysz2OMmW3XYP5mA3dKhDUMij4PUSb/A
04b+wRrx2b2ofi3vif9kERJJ5FswKCpBPYoo8aeBgnDq/XT0d4mfuOqAqzB6RlVjJPtq2/M2g74O
X4CK9LhQp/JnkhTd1cIyZljPQ7+cz820XOtcpP98Sz5CZcgG3sUE41idcCrraj+vUXm2B2f5jg9P
HNuwDIFVyYVioeILV1twB7W1m5wwfUmXYNoLFibtDkWp8ysZbBjBjQW+YMtwLXpYkAtnxzW4Wnqr
yibUS1sZEoK2Dky1pWIKz01tDTi1ezt9bGXFt4UbsOcZctbewX3ia72vRkJEN2vvIt5CjFkA/q+c
Oj04vpUF24U0LxSUjib8N18n8QObedXFagEojHSvr+Wxw81R75AJozSAcmWgK44p4pIuraJX/C8w
PcJPqknp3roEPOE0yBhTuYPl8isinkd6/DYByntlQYTGNe2btGRyGCCmnwa5vFiYcXdyysNnAgmI
xIu6xMznjPr7C9GYYSDkZ+K5tiZ2O3OtGwr8Sr2tbTO3X/CaCCGSw+ruI70s6rZOfGBEU4SlAO2d
wKuQNGk33Og1K27GQXvt/eQh0C4S8i33bXDdz4YE+s4oDucCHjGw+eNqKZaHqP/xsFWTu7A79Iii
PKM4g87jBy2TBWu+mr1K/F/9PksGS931kz1l+9DS7MlnX0/jsZ07cqk6XZXZ0bDwc2ELSalOVXsN
qCano3IwK0/z94r08gC1UN0DvZnHIT8WfbRCoYE8tcarCIcfkVEBr39CWseG1MrqQswOuVZl2isq
mzBJj7jK2Q7ixDcxQfOZe7QQR3Otzxq2Tuk4+tNyR+cnaAp2hya9ihNzr3e381hD1sFRrwD2sHp5
tos8Nxt/tSwrriB3olWycwd5P/mskOCDUe0Dr5vvrC5CE7T0IQ9sQKYi6zq4z+j0oaPxC9qr5vQp
qXJjMVwThxeTXLUtUP0ei27gTBRIFY5CczEeW0SWCAQQ6FpEb4vwayCQ1PB4mgVPmhxJN+47Tr5A
zghEstYU4ESKuaHizMBZHVn6KUWOqAVaW1bBPGxnJexk0wcFSSh1XvyYSoZBoB80Fj6WsvUtiXlE
9S5tkCPQndzqrWDCAju67HlD83DEluOmszj1rTtc+eKUupSTjkTqEPijRDWpgmWD36SL9hZBrhgd
ihLTWx0RPUshXPfFKVyd4GDrCMq7K0tvuDfhGhaxbIe8PUqpLaoQUty2GRp3Ystk0JqdMZbtbbuh
Kd9QvOeES/YO3hG5+PgSof6waY+KHNwKS/f6vFT2hByBUm/etFSvm8ktu4dMjcEzfiEUpcPSW/ty
Tmj0fHuZ9430LHuHOYUaUvj5aFOcgf/aQhOpd27UV0dYYsjhRmscX0tmIgEOthZqVdECJD80QDH5
QvlYeTAD06AQWNbW37WpmL6KmenjGbyAti9FjtH1KwwHc8Qw25CqUeX1Z9hVndyPYO9+FjylvCly
HLkr6sBttyX0hSszhptu2zU4BDZIbCscK+6wHoJoGMTO53OyDnWWOojz6gXJNS78K3B/aE6W8av1
OAXK+slnig/QC2pMF31L7wuLYIrO7KLNN7pYTBX5WlAcSZ+3zLHEUtxbazSdekEC7cbp0vUCiQTj
6di51ny0pmCdd1WxNDD8WmxF4exBT/IITYeokuuZKAEFIKjpSwlmjL77ZSqoE/hxExX8kabxAXxI
8mr5FWrBiVURWcuOSB5HaSPkriGwwyhCm7JuMelT+mZLom5Ghge4XditvZTKznlMUuA11/kuCJpB
5ILgbuL54oXXtj9GuKU1ZpWBki5ra7LbyXilYnHCCZDnsEBWgEs77XtauquOWADm6nGqPXlw1yFj
oJF+qUKVbieEXiEQej2tB5n8yaPvLH3WuRdFpzDngGxCZXdx6i3wTIYW1c6YAgzY2MsgvJ3jLpD9
8dMzcmYTB0YORXvQxTjF12OhfN3xXknAKFlUO5/+uGQzRlURPIV6AtMgB6Me8TmHcPyz4io6aEyE
L9QJB7F1A2yocJV1m96zj/Kf5bgaPEJ96t5KPWK9MOlVoU9RoIIdfEarv1iqMg1qKNLGN7Aos3nX
mKHHSDEN7V0WBSPZDa2YkaoQToXhS0O926CxCdOL6LJgxBSZrVNc17AmDgqWAKLcNPJ3fKJJgrUP
szsNauPlmKqU1HuvXfEgjb6l819VXqQeLo2RsxqmhUI4z5KDZmtUBic1m9EyOnUFgQ04n4rCHD1U
G3k8ICiHTSTQiR7ShvKauVsbPqPTHNfnbkocWOXhaF5Du5zFHn3ZfAJxkiFQWSjo4mXOl49VtNZx
cTJOJD8tuJOgY4+/JIHZNynSao4R6eXzTb7CBYg1qg4sq+WVqZtTdizYsB24NywKxmFnO5rFdxNy
DG912iTWqQ1FgTqmnLrHxF4wbzTcHihxLW7wq2jDze8QBGfRPuQis9BhiiA91mPKSrQrrajbV9TG
KEuaKCD52uqNHScaR0HiS1LgJ1wK3dZyF/VbVlZw20YC36SLEDO94PZPufEnCFM+LVa2cVIm1LGb
MqSEM+vq7wHjMIBcJfFSMa/m5GzdaJjF2SRr9xGuARUaQkLLf1lWNRKsroRzXsY1DeOCHfVjYNw0
e1oy2ZvYI10BbZ50sGXUYcPEGaqK+NmoXiYbjuKijxkWKFxpTgUkj59B1Ij7s3AITOEyR+hpYc/g
tlJ0v0OCrUYPbfpiU4FZwDOmPiPOUqOc88pwYAm3zmF2sD0fW1KuQjyLaWfNcGGUDcxiNUkWoFeh
h6S1wO13nMuSTCq03ewQXX50WxTzeMssISDQCJJAjm7U85atQ74tdpxQKNwaYw7sgE1f/mMReiS4
CGR43DSuX1M1TzjNmW7kBY10D+rBMWv66kDPwkzvLMtNX6WljxonC25WaQ3A9Pw2+Z1z8n6qwUeo
C+RHxqpLcv4GcmLjsuKwe+K39Mx5xZ/16jYZZhPXz5ASGcIdjy1kcXHM6CS5UTTW9LhGB31Phbia
IwxttTzofiX9jd1k224LSaJKDMut5+xZwx60ZTHou0KnGWz7sek/AycPcFpRmf3CbRp82kPX3IMo
GplaLIR40VZjuqOkZupyaRjcIHzNPKw5KTvm4+CLNT+RMmK/Egs3vMkJPBiW3Ll80UFuf3UIp8Rd
29WMyKYsH9ytLflBgs/n9NC0XervM3BAKKFSwdqaWdmATk/+ZGV4aLluMNukmHhigFj5AaETPWxD
9hh5G5YDBmQu5MkQC/jldpmDAL6znE+Oj7H7Rg2d+UeNqRF5fkABsWXOUPK8045lO8fGP7xhNAR/
hR65+0Ixl0CNxvYAHXdwsGKjE+93Olj5ouWK1F7TGtIwQ+szh8D0srnkawVSRtrT6IIOo4hqGZhA
1YE4BtdSa0sejZ3Zu3bMWwIJ3WphnEha4N7LFbMGZo+T3rUwtmhdMbeQ5JcHAxghEucwsnEb7ydn
sj/H6Jr9wgiTtZiHEuWp8GUZXpJ+mcONkFg40eZV89VARiN58b0QrwGgHTYRQ5rQ2KfBMG179/rO
GqufzlxMqiTmMWC3h7dhAfbilveVuy7UMc3QN8zGtEgOIrRqd48LabToyny6qIlx8QdHXVlfn4f0
roTY8Suw0syh6NUFalKIpnxlHYi9Q8u+CZlxyuuAgmw1rB7gwzXs7xUvzESFMQIGYjlV8jXGzWhB
RnA6l34KtWSCAWAaIIeU/ehUtNiIhBnfBQTKdFPz3cpJ/N774B6+1YGaDOKc1e/BjIQOgKFsgRMy
qJ6ZQ+crdSw1czx+B/A25JCX7Wtqs/s6RROH/hMDmz7aqVX6lD2MMeV+WkePdOYUX8tORk3Z7PHX
m/zAJITOnZPC6alPm4a4GTGkRKUlI96Xrm5TkEbWNFUHHrrh3m5oiJ1rTOOmyp0On+SKGlom7aS3
Zs00k9twbaI4/zOiiAGvusvaMWMUlXnrK7MclmehDfgsW0GmbG3SN961xJo7CD97G6Nx8mKv8NHn
DfQh3SZ1raIG76EN3zZT4+Tqz56YSGIr/io4sBgqBdIckrXAfAr8pzvMZd+98OmQh+ySjnBpWVVF
m2Bah0vQUAKhoUcOyYFAJzPBlx/jVlVhsyWOyYIlDdEi21VEOXGVtn6fsG8R8EOoLGxKi7UbYUA5
LZP3mvKZjiYssKxn6YqigCgdzGtsQKfxZihzc2/lCYk+hkQoveegn5obmzA6pMurH0UQsWxFVZNi
INwuHiiavXDa7jvz3JIOaPU9gdWu7o4m4HGJZzaz08HqRPU8FCZTR89Lg2OG/MeBOjmG30umuajw
LVs/+m7vNZeistNbPvth2RZISO4xGcFFirgUErx7mU39kuJMgYoHkC43SQozwQN1iQGUwJwdUy4E
+0Pg8jWELN2vQQaATfaV3bhZnKdp+S1KVUYXUoXzjwwnsrfJ6ySwNtXsTq9Ljp6ULHi9csuyDdq2
Q9i/W2lDu22YO0BaZO8JkDTwar0tzJxhnfK9ajwOPB8fvemJoA8nXde31yBzGrRoFT/F1IJeI0gv
/AnCQTzLNbrS2pj14h8UC+zeIhUl4vfM/RXoHjupqcfuze+v9D2ijfo4Siyot22gMMlk1G8gHjLX
tXfssl0Co935HW3D9LnMM3OSBIry1tKEphxUt0L75arjdE4YgRBWxGOZxmNUVT7SVny0u8Fiw3Vo
LJWfSz8ovThK1y48Km28b8jR84JzdPT1Q0an7DAO0ukjA+71mxdprBckDDb5wVyj2G6p/uhYsL1N
yUW6DVasnP2E3lagHubfnVVGFbb7JdDBC+sWxMGVYRV5aDre14tlliJ7FCpQ7t24LJO5DwEaRN8a
AZrhRpYgbD68MsIAXToF02W2lPrB8Urlblg8tv5/Jqv6//bJbGjRRPiOG4RYvP5VUClVa3yaxmXr
Jvl8WgbXv8fxEIEPm9y9WHko/1zT/pd0t/+umvZvmtv/UJ3731B3yyf776PN/3f1+aP+O9qc//4v
za1wgJTzqtoOCtoANSb79H+QzaM/hI/+FE0UMYIuqqz/p7iV4g+2rshRhZD8r3sFpeu/yOZu9Ac8
czbh/9Di8q/+r9r44a91OUJlPmrUx//4//9W/XoVqPxzqR7QuPHLIx5iJCsFAgfx92V+N3Z5V193
dUmRTY8khFXYrKbC2jVVu/xnUSYoxv71t0MmHHls1aGS8ecX/yLR6jxVELRacsf0jcQCNGAfRqHF
pE+PzW1oyXHYz0Abe9CmYv7UrqJirJhu3FGW+e5RQSxdN/kI2oViK63o1TU4qmhkrCUxfDvbbPBz
+hnG+BeAkTiyVN3OJ0BYZOwBO8TIs6CnAUdMK7XB+4Sxc/IF7UaaOLAkA1GoVy/rFS7wvnAfS9q+
h2hWE38W/EmbtMypr+RQsUSwZJi/90mbntJ8ZIXk0bGgpZPFjEuLram3sfsa8yWsc/ERuRZtOFje
7FWTCe7EtlNB/ELJQESP51kWk2RrcCGZ+ig8MWq30x0+/eZNM4ygUG6Lb2mN3/RYuEZOMT0Mp/kw
dyNs1UkKYMNj1z1MUyDoSQbjTL+KgFiG3eCsw0fKOXWfETnu7s3Se++hHi0KAxS5QL0q9JAxKZrd
qz0zKT5aWgEJW8vUPBIoUqstI8G2icPW6r7j+k7e4KZVzdb2wirYeLWt2Z3ba2di157nD2nnGldf
5oRvwtDdsNoa1KdSJr9Ov7AWMZbRHN7aRmANNjdyHmcqFvcI3VN722B1xkeGtb6FWwXyVOyO3Gbc
hXKyD0ykiSauZwa1PLUtnI3eRM9hKDJw3irE15kSb0jeEH34BzcMmgg1CPnDAq8pMI8VbrrzS8PI
pO5N92DmYfoEBsI4EQfPMG6afISGyBhhAp9mh+JFYi/FGL8u4X7qsHAdhnSmW27m2bywKaBr92oJ
hd2XPsKCJKNnY8OIbiDJGm/rWawyCddwloM7yP5X3tog6KSAP1WKOahuQqZBYO4INP1KC6twqLbQ
a9Sp0PkWO1a/7gzVnX1Et6Z3mVNNI+5rDxCbMBl8LRdTgthVZTB/MLJaug3RKK7e9E3PMj8FH8KU
AQaIB5dnjtRJGS2rEyodSmceE+szLHwKQWFZ5Hrz1BGgqYc845vNkmLYlqHBCEJvjfhkhMjzRGXD
4eACfkYh7y6y2gkkAOwrgxqUiu7m5TOcI4igUGQGYCged95uWhHQbDorZ/tktwZU1VWRjuM28uff
0Vi0ZHqG2PQX/hjPnkvSydHPM03yhiMklYdFTUj2k4ksFCpQqvbomcZnPbBR2XB09Vi73LC8Dbym
Ba5vLeGdWmorA3PudV+rO+HsdBJnxP5OqIfZgX0efrR+SIs62ymSAkB71cdshgGa+NgmPXQi0Jww
dVP314wgdsDIZQK9X9peN4c1c3LvHAG3fSY8EgueQEtT04B1w08ceuQcj5Oy3dvB6JIOYZnCeUNc
JyGOMAbXfiP9yv+g++sHBF69uKfSNq8BBp7nlsSEb2mUlUj4qJ0eiMnyoCh0oeiuXVqg/tIP/s9F
/b+ugVz/wU098mz8/aa+/sBfV7WDz8W3UfwhYiXJzkeF+NdNHWGNwaobUfgHXJdcmf+8qaM/bMf/
01LD5gH/yz9vaun/QdlF7p9L+SUQuP/XMkj84Ho7/pvLGk2gHaHGctg8ETaP+uXvl3WRwlYMV4iV
djQlZ83oPqrMDuXCe5Jm8LCD7hz1+mC7B7e1j/kiB6x2H0FOOT0hw71eGtlz5BmIsxKw3MtcgOTs
uJWY78zZM6bMcpORspZA8SDkOEVB4PlxVLbohoBQ5/mzNq5kJDecGCXsel5Qv2FBe80lC9PpNDLJ
FuU7i77mxo0++348s01CjZOUG7n05VZysF0XkDl2wexeQEOGrAuzXYhbaONclMs3zYlSyzeWopsh
ujIQAxA4a4HzZ72XflnFbpG/QfrsrmyJmEnazupvGfQx/7C2qizOdmW+Lw7zi6IvD+y79x1Ah57N
mNSQM4x1FCUqlIUJau4l2z79wBu3yeaz034MDK/bPHz3y51sOanc72P91bbOpl7e2PyLrSkFaIVI
bSfNalv7+tyP9ktX4XTV88tYyp9rtl73/eVLs2KkhT+OOHoPpuamYkTjFsDsmKxeotI6BuBUpBPt
R1mm51lwz0Tg/uX8zV2SM8Cw5RXsNCvl5yC6D7qevyd09hFI0NIs9yB/3Jic2/FQ1uA2maM84kRl
u2AfGfUcaBdv7OUjm4rosXIi+5U4yO7ZsfLxFg72K7scsocpC/iLovx6dxCYVvb1dm/PQ9kwEnsq
Mh0rzQ2ypjOJCBnwfAiO1Sbpm2PViB24hzW0bhloX4AnAgFYWvSB89kTMtyWxj1dp8NT2OWvPevD
bgZhDeuh39kh7H2TvM6y6D5p6edfYfuWjIQHL+ZHXxbbNAkfxqJ66EGaVt2jw/VlkbBsVck2cpd0
qxS1iGqv5I1ArTdYpza6l8+BjPTrMtYvpir1hkQ+dcwhKe67IoFrRRwFoyjnsLhOHLkumAUgQzXQ
v3A3O7cM3h6F3178hEmZAho9hPKKv7xLHFD47GT0mB9V4T22CMKaho+U1XRZnmUFlqUkmibyQVGq
U6II7UHX6Z/Yg8PAs4FLQt9GwsjMH5eXegl5uL3gi9wNZr6XMlD3WkEkYPsWehcPb7eZpovwcYFE
+plF7lNe/VzTS2qKF9Fe+E9vfbccQdLJrT99rOozYuIgi7ObjUhNDmME18hZKFIvfy6HRzgkiWMu
CB8/HXbc9kJsocweE8E/Jz+YhT9xHbrnS2bSY2kGnvlLZ+yHfi3eTBre2avcrwIesx+7hulZhks/
DM5VWFc3aFqw0rfPnY/8ITi5S4UAcoLt5jm03TiD0yXsNqJgliUmdmatu1BaWr/BeOcXLywenLK/
dbvx95znH6pHrbia4r1JYaZkTDk7gkuBiA6sQnNgjYVnfqLLTN/Xtg0f56qpYfPXw5ayXsC/c54z
OU1nCjV9r1ZAJD3ooY10SW+bKVhYLrCcJcf6QWjvqXfZJIbzbRlBvKmK+ne5Gu+VvTXApBFsfSdA
BtCi1yxP+MKAV31Dn7v3QOow6TtOmXU7wtnrQ+ILAv2xTlAoBkXv7olP8F7HKhkuvbGeEoAbcVB8
l2qOi7QemFhNCK9odWIrNM4uRZm7lZYEJo0lufuRENUMwD4ATCLua/f33KntXPjL+ygvDZDQqh2n
t9Ad0h0yvexrvvJ+UGlbAoGJicxxKc0OgaSOcZmTAA2b9GMeGTugsmOdxwqF9dow7ILSjg665jHt
wgBxgvasre7g5GpDIoy0001CasfG7d6VCJ8zp7cPRWRpborV/jl1oQvso5LkAXRmh1h713VvIuje
i6Ci0kzee3W2+ij81uVfrWbUmlRBXHZMnHnJ2MbycrTLBiOKBaHNPkPVp/g+DO7Ppo8HxIdpywnZ
Xa5cOgXBAkYNaB1UdKx4QA7ae7wmWBt4ZN0f1ImbLGVvnhtGf2yqZ9iO1/J8kbfVnG+WBMUL8aIH
27xrzjMRWN/ttdgGHQshrWQJ/pASkJgZkofC+ZuThLCh+xsRrjetKr5lnv9EX4+YxSbE+dKq8A4G
FZN7sMXZ1dfDX48eij7qCSADzcvoJ4jdzsgn8Zo/hjL9rvJ8myJOSPJwO+obKZ+IsecBs+PMTj8k
YyWBs5xVDptGQv+i6D7ywbM3MLZudPqeDN2HBYmEeJ/Jpdmi/h5Vv5mcYBepapsFPSKy9I7R9iFo
rFtvqb7nwXLyuxdV9e9hC5GIU/ASOnSac+oy17ZhO4cJjW4LmDGLhuDOb9MMrfuVEUYGzjo41PLz
dGPN5SN8n/YkV9RoKk3ZFaEYUMih0/nAdpE5ZHZXgcFqJr5lE31J2BNpJ7ZhyO6tQO0cZ1V1GLFC
LUV3AlhKiCiFhusFsddM0ymqgWnlVWG2rSy/NxYBAHP9Kav2skCCh7eRbIGwxoon2Fr9fTM00xNr
iH1Whl9oi/ytSOXX4Edvg8PwcU4HtH0Mx9k1oJlRvb83wrEuicWUvvZ4VKI6jNnNcZV8X3zadbOs
uMIQQsm5endSs5wWjAtxJ9B6MUAtNoq/jD09d0txaqKIQbmV73E/7Yqgf/dc9Uxu7qPTrZCeB2Tw
gHYJQ6cNbgkEOEiOqmxY9w43fMlUHpHUpfUJIFkOo3tdT7Qs78bXwZ9OiBf48Fuy1Nd8XTY2CZw5
lv0ydC5NU9+PxUk6dHv2LOxDF/DpdOiD6vJcQ3Wg+bt2d5e8PlAdNKx+T1xiELkJawTddlhVtPWX
HG2E2Iy29Wty+00bYSA1+SNJSKAk1SOYy3txBSplDUaCRH1HLINIx38qu+G7bf9Wyj2MzW/HuOdZ
X5z0BzFVcebWp5lopAWBRsCMtkSXwXK7tXt68NusvZ3Cj0Sc7enV4Y1Oahnnaje3Z8+81VG962wD
MvYYXcnvrFhMxjQlenVZnzHQ1irceSwYRXmX84PTgp+h9/nu4HPY3nNReahGl+PsZFwX6qO4FngE
44i3voIhn3gIH1BUsM3ywsUcxcwICfv3xWGNHkz5hij2J5w8/g4fy6ZJit92yKs0lkQUsZGHR7EJ
+umuyE5IZi9LZchwUfYd/TVobvmzH7s4IgmNpLvm6AwWnL6UU7cFhAZcWrT5tvOIZQivoGPsueHy
yUL1OK+wwntC3hwAUCL3T9eMn8Zelz0QjZeQnfIQdt/wMAlw7msmHsf8N2rQ7epAomjsMxKBs7vW
D5jwWNmrkG076183GF/xFVJ/DDvm5XBB+mQHoHYP2v5VTv0pp3S6s6ocQahOEBqUHJxXBRLPflLu
oE7BhfNNF9sLCA2+iyJswv1V76n02fVuR4Vo2qvc336yvjRI1TYO+S1pNgbM1N3k6BsmR/CGHpqO
IdakHr22//RDe9hGC9+JT5Z6XljfwFR/kBS3Wx3rXvTO/WDK09x8eU23TTxaB5XJ5lzZeMO5bYmn
eBrXF8CBm6jnA230iVDtbbYKFzFKeGtX+uz0/esg12MemTcvm1/LQNyyE7twT8SzoK5p7EvnYn0U
GSEnzVGgMQLqOF4W3YkY383Mmc1KG8E/EiYJTx3YsygFlL8iu3Q+O1YJW2aFGtT1Dmaa8bnQ6zGy
SqTL+bPhI7dmtdWKQ6XA8jGhV9nqgVg/fxpeQrVQ6452xjpyPRQSsJCdeqSBDD80rT7kYfsnpWv/
3a85/8vFse9gjMFdy6f6kGtXxxgZZA1nSCCzcEoHSFsgzMayugvpIPkxFebQtQ7ON0xap6pIt/mQ
PFUwTB+qxcLsqfv2pV97TtysUXNwz1aivF9WVHs+cui9RMa4jUiPXUkZopY+JA4zMwfavo9LMhgr
Sv+ODyOrrbcFS8GDJWj2JldsqhU8pUmw2/Vue4SX+EzOxl3IbIUHPuSJxGUU7ntrdmLPJjNFABFq
Qhq/ZiJZLMisN2w1Oi7qIPmABfVQoKzY4ATRG8hf96YIsI/OpT5V5YCBsWw4DgglbpvmjC3oW9C7
CLcadEN50yIJqh/6KSnJ6/3KC29X9UiUfAkUnxWaBTW3/uH4RfGACEh/oeXRx7AKq1jYLPRySrfO
RUQ3B4V1CBtL3zBhrGNfo8zReR53OeQYf+Ai61NrEy62dfYm+SzYam5xr5MrQ6f1f5g7kx3HlSyJ
fhEbpJPOYSuJ1CxFKCJj2hAxJefBOZNf30eFQgNVDTTQvWrgrerVy4zQQPd7zeyYLMuNM4nPQbRm
UCF27SCFa5vxbsZcWvRfSFvmnvvPtjYaHn416QSdGs3WW1zepABfCP0ty7VT2T5xGqCS3pUqcdqo
8Ldkw4+zqNVokeK06epzFvFrltkJdRJ2MT6f+5dF9LAZC26PnUEbXVOBpAH3HF+5x2sb8D0Aqzre
tnApsY3Iog3mxkQslYQFOr39qBvxNjbGzazFbm6dU0UVUmeW14lP9jFL/irLfW/0fkfF/F9cKRvE
7t8GHlXShp+u4+1E8e16LxE4N/CZT01uPcupiA/hHH+zgf2UTftRFXgkNIhVJr+9ZolrETe53yz2
Zx3xVdATsu8xV+ap27ei3phAzJPkp2CIP8Z2lWzc0MC8M5j2iu2wTQtyhjUY1lXLRSLtl9dGl1FQ
aQm3dgwFkD8vGGfZwi6PAlfrzsw/8JDje9apSkywgFYOO3GZ51i4IYhpUpMXgZy/LtwKjCV01Yp+
S44PC5SumOpDkfRfuPpHPGlLzUPGnjaKwHyOz1lM3aECpo0wSB9sfglle6lFBqaZy1S9/AzYRE0O
3jUW0hDnVYytlON6srm0zSNgBX2j5+mWqfxGVVPQZaxOZ2f+HLWB/EOrnRw3+ptwzTGi9JiTIqLT
+8frbLWprJSh30EZWco3TFWBbsf1GigGl3Y6Thr3jRgcL5DuUjtUe+kKA9jaQdNOjY8k7R6SONzJ
BeLW/SARNmY3N819eroZVqNNTj0IYJ9t00o++caBmBlUC0haef9HioIwFrDCcHKCwTU2Ga1pCRhN
fLxryVWS3oAZrPYM/x3iCLZ0tijiFebSiCOJ9YZBhUAI8mTs4EPbXKWcTyupdoXbHvqEk7Cr973J
SmMKcQR4PdC/2cshWMfrGefdQ9PEF4xzZHi0F8A5A479WnHipi6lFVxbd1Fb9ydMizFX0WkPTwkx
Ik5xEnEj6imyEd8WZ12HPm6MXP3cuGWbRhnYBQ7zxJq2nox9TCLzMjr3y4lGin9cLbDxH50xQkof
pT0+EiOCLKk3T6bCPUbR/fzW1eIwUm86Tp5BmmHAa9inkN1t6XvTTzpZdH90z3EyXYbE/K1Kq+OJ
OapLZNakQqTVzH8whcPnaqKCRZPi5LVwgepzzwFMWYiTqmqXaq1+U2F55Mcmrqe3TyX+KUxeoeF3
I30UE80YA3XipI/WVecCiQzLa847r3nFeqzUmSB6kBV2tdXpxd0gP9obq7u/5hBo3BFXaYLQkMcv
GBZ8HIdEYUa8WZJlzmXgq7E2GJHNdH6rKRtrSF8HpYWjVNYj7RRtdWv6LDn18zT7TlIi5BliS7zk
sED4W2UTFilZptmzakh4FjOJBmOMQc3Wmcu3iggmbrPvAoSMxOXxkPZz4Ny3FKVjMYnsRmrbQtpu
jUKPAj3E0OIn+NbX3UCAkod89uoKFnspswDP6/d+7opVNHJ/6exie7faruA2wYSX7fRnLpL5U8Ok
8TfDkBL2F1Vou0RF36boEmiSoFr7jF5bFzYdPpDkAAYLdcE+DPmLNJijaa+JsGet3F4+9Q6k0G7a
ZY5N1tjc48H7aybsPrJZ8wuZPOJGDMwULlhIJyYZnAVmfv2qmfqenqHbyJcYGFd8a3FUUg4kAeA2
2/sdxaRWJdRPcUpERN9UWEws2cIzyJ9d89vsEAGT3KfD5+aVsI8LZZ7xSf2IUXGKqmo/NNkxQTTZ
iSW8pZY6kyXZki7mFBr4X4eOj35+f13iPLk1hX6mmGwKKGuxaJgzk9c8fCdAexLdzStudBDsolEG
Rb0YVxZTtoTwmJGqTieJRV0ZHwvu/nWbypISkXRTq/xiAf1Kwq/axIHotKtsYSfXmG9EbpAgBXs5
dnoTWQx3SC/JpK0XjiUNMB14vdAnrzRwF1neWHocYBvtDFob1ujsB6fi+MvvsD5DPZGqY4BL5Lum
4wQt7z1qNjd0FvXgf6i3Q4RNO/tjniSSC108dnOH7XeFw2ZFHVP53EbORvIwIyu16VkmEF895pVx
cG22PQkboFZPifjNa0TElShG1gjC2keMPfMdgD0O86qb3dcpxOwugaWP9z5e/EarWkNFLLt3YgYt
W2kYfW6NhZ6TZ5bTlgv4yiaiYTkLz6Ml9GhZi6bxLaZsRvuo0PVI27Ajif7ev2A25Fe9VFut0d86
emiZ0DPW9fNlhMvsuIcWBL8d60Su6O0atoP3mvH5mUL9sS+qjwwZE9t76Is6p1+ZR/LYPVU8LsL5
ObXDTbXQdshrn07deRjozNXvD2hvW07fyH8frRdvlvDNZjHRDwGOzd+UKUdjAZrRp1wshHJmKiOd
npR8F8SFX/Z+Jp7i6VcUn7n7NoP4pHegA8vkYdsySDPY2Xub/GGroRcJvkwyy9bdez9e2hykRMvY
YBgXyyM6gTWfh0YLlv5vDXc6M4pzE06rKtK3bu/xG1CzHStC/DSVE1Vfk7gEXJ66gRa/OnYWMOjy
ylngYuMPUsp7wI17bXjAolatIf/smsLaJRqkcmk/yPLJNUHVmnd91R8qcStIqawaC1qNGDBENtm1
TbJjyNwGWNj0DRvWhtlsyoUtNQEZOrHGr8KKfipoOytYJA85NbD8eA80AJ8WnnqqTPa5uyBO4EY/
NLp4vXMZbfWqhkuJEhKOL4aZBHX0d0JPIKfeiNdyvFKURDjqpZonXlyK/+yleFg04J6jVe61iVwE
csTU2lt76hCE3QNNTCe9qVgKkygw35Klu4N+n+FJ55RMpoNzG1prm84UWE3ALcNjJN+txN2VcCXQ
XZw/vYQdPo/5qWzTbaLyY9WBf+6rZyOJ2TlpFELRc1CRA6LBwgmfkjQ8CtOGHkmsWcxBKiN/IZhM
9JiD31135QN2fiwOFEYUt9F6Bhi/crHQne3Ej7oPyptmFr7dXqNb3IE5mGHiHICRqrXRELH0LeNY
1OeFYgPy2CGhYXdPveheiw4lN+Q49TMui1ShlC85XdF2EUgdguVlTE91dZjw66XcIeLp2RrSM5Up
uT5ziFB8imSGcpxkON6U2uR8ZO6joaVVu2T5ISa98dLpMa+IN02vLhX2iPOYTYHP9kE13lfPy8WQ
jJGjGeiU1AkPRd4wt6m5i63k0qizvDd50T65Ti2uSmzXqFPbgL7bO0peYT9iqOAIgAdL95g6yvIo
87Otv7Tajmh7SBtAYgAE/p3KF7NF+PITwRlYOzdV8H81qnOYsBIR+S4f7IAmPXrctJcGe3SXIHYM
xGCUBSKVuC3NpdhIKDDD6NBcGsHnNtoCw30300do+3NJhsRhaZ7Wp7LcAuBcsyLuTB4soDkdqpO8
ZWNNxhctS08xmv+qoT2cKwRiBRKIC73Zc46aoLsnKmAUC6s4U35Hl53nvM7zaPoAaXYZIxhXKD+r
lr0A+opasGmJ38a8iXp8qSfQymmhI8yLJHseAB8wJPQO8zoXoXhPZaaxUvg86UVuGdDyU22wtM17
MoZdRXiqvnZx+Dna1YcJzxlTxyvEOvWaQkY64MLiWmhk9Xn2mvdseltIya30tv2u8uTUFISue9qg
7P5Oh/Ax9He6GxTaNYNfel+Se/O8bRyNp7C9qudrqPMrzx8aPlGnt9a9qpI/wLBYcRAu64l/tNsJ
UsVqvjfisfJ9phd4rTDZ+0Wa+AX9V0V9AtH0OZZ+4b3Mxgv0VFOQZ0H1WDRaafl8zlTEheJUmMOD
0X6PprZPqoZq7k+sU7eULaxIwJd2qDI04C24cXsVNGySM6j2+X7u/Th8E+OxlE9suS8NpbJHu1vW
QkIEkDpLqFZ1T/Qk4KbuTNrex03uvbtDfaptXOg1KhtpgpWjXB4llIDny1mfzZ8y+rJYHm8Afvue
wHkSh04SKKcE6FGZ7KIApxDSPw06P+Q/8KSj3BWyza5l2GTv9hLaQTaLB75b9Euhk/h4a1w2Ep72
zpzN18lBBWr792wpwXQvgZmbjzheayj1yW/YKpyv4uwN0XJICM51WbTDJo/DdOKW4mrkFIgTrpTB
dpp16EabHWJgGoZ+K0PhbbSvSvPAeqDjElm85JnnHt2kG56HxfoEUUdBizfdDLZDk9f87TtFKCDU
yEpHHbIXG3+P9SS+fjSRaSL6n+qfndSIByy9e7AZUZylWyv5OSO104tgTKyKWLFEg13sHW8+t72p
fMOJqIcOo4mdYKweNRnelp7po5fxH09EJpEfthxxWOt8n9qI8JZhPhZGEHpmzPX6OsZQVWZtHMnA
mZ9evCSsUYkymcgfV8XzaEX6b9xVWLZ4aulJ+Mpg6PER8pZjCqN+i1lHOxS4qqVvz1EWOKzegac3
u9qBWT3xbqjRmiB8vI6ju9Ni+Qn+MciAhGJXF5jeF0YwEbQ06WViudoDgF+LQkMi9U0b78GTnzpP
vzjxQMmjZq8qMVFTtlDJ1HvxacooGsoXTd+CjukeHHs+GlU0wPcuo2hfZjIP9NqZ4dRCz3nFm2Ol
vmBLsm1bS2BfF6nTMyaZQuN5Ej0nRF3FymljlpdZzN+LrzndjnbutyRIaV6S1BjllXnsLX6nFtWB
HS3GvHANukVSxYt7uNXLmzRFeasMBFJvDh2qmISiQCLtSBUk4o/T1udsLEyfUbMigQkt16iZbYZa
nzZFxaoCUkj3pNi6kAJUxsOY63G0nma725lUAaNCTwVpDlsALlaDQiMH2gcrXjAbYx91V4VpPGVh
/d27+KQuZShMlg00TryPhaP+DvclbyQM2j5HNk05gIa/S6JnK9zO/S/fQXKXodnTrkkyx8watitF
ihiMde9c8N/hZJiBOjuLxh+BGmORvzQ8KlNc1hU1rTR5nIuHxnZeBo8VmVWHuxTzRhD3pfmO5I4w
jYn82otF80HC8fQoR2Oj13oeyCXx3qIs5p6bd+MHpjwa0JTV7Up7lCfVjuZnQ1nKMcLv8FuXBDRX
RC8OuETxnIzaDkh0UdIwqti02XGPV3opd6NulSdbY+lEMxDvBd3CzBuHUjW/3UArITlQJkfkSM7b
iWw+RxO7HtgH3OtGfR9r3MvwJ/YXI5/l20B7ebU22tb7qycToQVLh4onyJCz9hglZXzVTLo5nbZ1
rLH3DWPVOqsIPYs5OJ/z38ZyMooyw/o2lFOLgALEgerUjy4si0AvlvzXS2nU3bQsi5Bih5puiCIp
08e2j4AkL1zdsAeDTDbJC5sDnS1cLMTaU6N4N8peXJUeiveOuWZfZ7I4i3FRIIekuBTMD9xwam5U
FakLspipYeCXURan4hiif+ahsvleG9UpTT3WgyOc9lpNEHrckgiORzguCLPa3pb6GWufhpI4We5P
LYeCJJWm0wqMu4WUSel95Q0tKelCqchQN/IcOlIP6GrRDmyouURxll7bQZtenWGasS9So0o9RBvY
eNhYVtbSPjb48y5uRiSexC5OGJORwiRejuFVjYpxwh6+iGzRgkLqgZkF4M66MZtSPzQthQWziIyb
0UUFYHugF37oIecygM0UFmsVOZIMt2ZE4vaMJcTCLFzN0UPPAtjvLWN4yOyJ369zNVRpwxkDj7q9
szTu/AMzS1hPkY9j3d9tMzOiRESr9Vc3DJcmUISLdhaZlI8hI6kPEbRY1IZTTLuJDNsPIMkfPby3
/KRz+EMQEYNpiegkTcPwE+xUJSuKkPrmiK1JQ1Rn06WOy9uSSIj08mEKVcGpWRqJH9YUxJc495kU
QVW+WnloPrDgAczZ2nVuXOwsuwelwpAIKdt+EGFa72uamxp8Z0V1YrfB/jsFfONYcuOKCmjcnLqP
Th2RKwvHlLRmOvjViGUocmxn5wJ7voX5lDzWzBdKOMUFOso9/zwSIqybeVyFKnLPdZU8EOeYtzHh
NaNs9KB34KfRn8iWuBYCBH0dvY2ZYx3SUb6OVamuVldOD0J0C49rOhP5tQSvdRjuWCJ1R5WFxtv9
URhIjxlK1OX8Z9QH3gQ+E7coE3I736sthinhU2Q1+t6yqvnZ7slgQYky7kwqvmnsJx71RvSPbKpq
DekdTzHlhJRsA8pKG/JTmiXrTd4Vf2KUhNAdLTJexXgMs7k7uGOr+EZE9Hy5lLFZSYpKI90uqOhK
WvMdQlRRFh8Pg2s+YXpKqljIfVU9innr1ltvGVCSu4x1TD4tFOVVHuNTCgiA72Fh7aku1HcEVPkI
j+Z29nDOtJ67dxw6Z1oX73elq4Nizn6sS6s/I1pagaGm+WwCkfO1Luc7ljblBue/fQMyZZ+FO/bX
eZDTrqhU9uJWKRsn4riUoKTj1F9MVBJMv4kect8Zsoepm5Igvm9jOxHf5qIxrzPvLTZxCf8UOcnZ
5fH0Qudo/ihtrz8NlhO+YrElnmhkbwbbhXWhEUJepqnaNRVAy8EaA2O4Y+q4Nf7xZP/mCd316/G+
HK3mvH9xRzN2IBJFNuVTNv5hFtNdvWsUTmo5ZeRpUgvlP6rA6dvUYDc5qoRrIVQuCKRXSJPYsgq2
QCjJxwkIwaVVdrOmefeDRQ/7mQpfMbwqHXLKhPditAn82sKAHdGAD+hQ0pkYYAn59VSw8NRoZi4a
oFYs7pzEd8a83HBh6Dg0uIiUWVsHcz/sC7Z5+YpkJuaZ8ENEmWHxwLYxDdGhHm4wzGefRslbF5IS
O5jQp6h0Su7+CzWNGL4jPCedKsLfMjLcE/Wye4W3ZrPQchSpFJw3vLK1ro/0b+j3hmX83l9FRu2j
jih5xcRh8hc1zjZfYhuVxxDaRRcxv3eV7cKub9jARJO918cBEQjSH6Pz3IVXPm3M5UlLHTaVAMmt
w9jIFdMdKj+tBSQO7h8r/lr3NQd2Rls5UXfgAgNvC1lGQt9tK2KbYpViuoqs71gZ4WK70AbHbn0s
YeaJMMXy2eObtoDEvNbMCHi+VCI2tRFNf8dCJVdgN/a6sgdGsiyeKCMcvemA/xVFJ+bPS7gfL4Nx
ct1aPWRkLL7ayeGlq+xev865pn5mWG9/szyvDt6iz5nvRBpKgUmAkncx+sCBIa8aT/JAsIA6iGFI
KswxMn7UIPj4C6ne49izJh/jztgt09C+d9ESbSIPhJNh5vXNI9dyZodV+XDruEXHE5gXVi6rttJY
GHaYPJ7hYCx/8ywtzl4YDkGVL6CfhKDzppWE2gEG0FZRgaSegSTdPCFxx1IItmyaReFjLUa3uZJf
2E0QzuG0ZYD23NI4CIcTPgMjf1YtFQhJOs/XqcLO09D2EaJPBpNjpu90wSl7LRlbj8A+iLpNtt9o
8fKhwqnG4O5hz0orJFdn6l70lg/Vakr0hgVd5xzhZ2NQHB+JMr+xgceMQAfWheCzue1gclwnPUSf
TjLH+9PYfb2r7JxyicJQvkZs9ZFkJwfDRCt3SBqPJ2m30IjbuCCu2mV2L3BkyAXEnXaKTcP6aiJe
zJjGa87PSCGz39OXLtLQKoyW8XFJU9pYBlsnflFD1l5PDo+ITKbGKw+Trx5VcY8sTKkIqwV/HLU5
gFGXnsM55TsSRinfhVEu46ftzd6jG53zEOkjPnryISzi4kBhbfNTlCanU3hSFESxz145dscVgCLl
wDHup/miHVXEntLqoSVNRzngOiR1rxsWltriaJUUUXSNJxknw2XiS++aUYMOFDo7LijyG03Ceufk
CLd4FWFzjJUjvz2lhS99UcY7ui/AYJCHHyYM/brGxT61N05tWACs8rJa6RYBRwE/oDAaevOSF8AM
NU1dixE9uObBsZodWM0pqOme5dbXLPvcYXmfRM2m1q1jttDP0VNPo2XLCVDPi1bxb8yYv02wyZfz
7z9M7/8r+/9zVfDP/60Y41+ifNvf6vJZ/Lb//kfdf5rv6p8lG/8/2jNIjfxP6YCnvBp+/y3I94//
5J/5APs/pIv33qMhw7YY3DHg/zPKZ2L1Z5PkCZPeS3ylxP/+WZ5BCsBF+flHoAD8OqHa/4ryWfI/
LDAiUucC7RCGI333b9G9/ynKZ8BV/+8BAeECSjENj5+POMK/BgSAoA32RGUvsqiWvVBFHX73eoWB
OyUOg95iWminrZK0qxtprG6EjJZxKxk4SCfTfBXx/B5BuFp9HO9iV3aYVNu4uTYxeFg8UqX91Uag
TjCkLNqF1fUw75g8IrHpa6w1W8LKqCSzkVCOCIUcaw84j0MLHJzCcsrfao8y1zLOkj+R26Gj1RZl
sgFnCoRGWqncm4Mm8iTq1MM83pg5ySOlT/wxE+ghrto06C3lNME2sx10rFBV6Khtju3pfk8ccdOY
YXaFdMKg0UqzNXaxHSLeZ4AwLxVxdNR0LpXM/HpXIAnI6DhaTkkfmeOKTyMdXErAyjQvYSJhu9qz
QUowb0aKpP0QTRq4APZeJ6uDw4wNpDjh3rnr3fyW4E6guLCaFqPOo3ppK0JDtASKq4wwHhBkyDWX
n5hIXTA1ZfcG8MLQsHHYA8srr+ZsVjh03sRiqZvJeMldBiIxlWVzNryFvWkVfut6zVsRSYv+oEi+
OAhGH5ny1JV+qYEM12SDjJSNGWsBnhkkaKyLF7PGqjn0PCMrdBgPGyc2/q72MLF0lfviRS2dfYTJ
tLvUaiSBhz2M6/XVCd+AfzRWfgzpqCVsuYk9HqbIO5xbykr2LS2ZvkcHWUIHbj59Uuz1qBunCtlr
cJfXJc7snaiW7rJQOudFeMGlBmwANJBuFl+LJv64IahYCemmNtQVU8pazf3ZkN3WLpbr1PfPeugd
6AZ7yVs0p/FBRS85+787tCCN9LekL08Fhr5yca99d3+Jp4xa9r3BVg+0lbkN4/ZNZchPZXrh5r1t
LPV4DxTYYMoZR8utKuY1s5Q/OodqwmsQ9WjotgiKu3fKDcn7ZfVpcYtmK8y798tTbCu9BGG5EwRp
bPMJ6FX1jRKP/53PnAtdGlduzhWjwpMeDk4OBMbwh1F3njKZ1MO6Rt3Fg+pKyx+MWXuzLSdZWdjg
BXZ4G1u85NrEvhZxdhjbkcQNQGYng9rVgxMemotDONNinRCxb+u8E3rmBgTWDWK3n0CwWizv1TM+
9fkyI7vgnDOsmqzbqw2ExAjnO7bXZ3DdWY5cifBhxt2/EGEwXW9BWuiebCDyGsK/x8Se6lgllg/b
Gh7DpXsyGaU1boc1J6eieVYrJlTUS27LwAVVqzvRtb3n9KS1sTjqsk4FiWtjVtCDacTnraVHgrKr
pdSIZUjs0zRbM3rlernDbt/7Fj+LVTfoHtVTr/2JKc3tw6PppOtofhM285qnvh1W1XpyTMI8GKqc
je8OOt53TEktPmbfmTucvUk7vEPU45YeQu94IvGPiZdmzdjyvjTN++Sjdhy4GIuKkUASlkHNfCS6
yOK/Uc/YWZn8Ry4JbWGuHbd+LNCHQxtXirJZq8ryjcsHwxPy/2yDSgaEVuD/2He0uA0l2C4N7sOU
wGZu5bVPtK0djr+yhxbAg1WIx6RhzS5MfJdkoR5Qx/wQoS0fYuQtM9zSIE2d9pQVAWuDDAdqP90m
/mjQ2VipKvaW6XCeU/tiLtmrsOW2Gswee4+2hTW4l6gzxTLjLxvJSnLRWegPTg5evnDD1UBF8ekd
2vyi58mXF7NKwReJ1S6Rd8d/TqKVZ7rHKt8+ZAMealghAKXfzMH4wJOyc8oifSpHtbVmj12x+QjA
76oXJ5nopyhj4zTkzxNCg1M2lsQA4SBc16p5ctLhJrRxb7mdb7QP4KsX/OO30R5OjcLK3H0OQ8kZ
1PbNU+4s54iHPtj9l9lsbmI8eGODLOeQuc02dYHoGK6pINxOY4Z0Rz3LMVow/aSrRsPZb6TJFRLW
CcbcKZcA8Cy+jSPeN/UYEz2obO0ki8X38ksudjT4UGTgElGoimTd3mNiA44AJyWumnaOXzk6k+6M
Mx+v59CIgDyLuzHrmYdKTjyZTHHQi/BvO8l96ma7ZKQdryRp8llIO8M+7u6cWl2dAWPCgjy3zobh
DzdSZDGSFCDoZZT5FQybdTtup7TZLl19Il2+hWPFpnezdNekk6c2/G5y/WSAo3LLKuhY2mVMHTJl
d0sMMInFdsn6LwW9XJ/tBwOfrzCXwBoxGDMfC/m1iL23lFdnuroaa+r2QS+Yn/Sj5eL9NGHy1vHO
qwqSejaJlE9z6UjAgL+q1j016Rmae5/TlTjr42dSk2RwiO+THMKe+FZgve1nYskmKv6Mk5WUN574
jmfr1AROsVcoXH1kP4/Mmq/uCM1S4Okv83WS1ZDk7g/byiz+9I18d7Gt8jX7Vo62SfXua2n6YGy1
6quxZvaqLwMZ8620LLRjY9WGruu3uJBMmMz3aNobe9tx0yb6A+QsGywOhuk9qLq7iYMvGVMWCFGc
j3hRi51ZLDwFk8/Ebj4FqBk2xdc79Frg5aH2YcUuddl0Np2OTnSi6wF7yOjtIkf3tcHD30r2n/7W
pctYxSnjkaIIhKYXXe9ajREIXPXS4AnRMaex3QlkQwuzZwHhd+lubeHSDUu+m823NozcY7OQ2hjl
eXKav5JjLTMoF5iUWHUWped3Ged+lmYAH9wrVG0L3Cbn44uH9yNCm15cJqcufHAj55VxdK88jxJN
lq1Esu/jkVVNR1wdfopzH7zSFnvPIfWi5xRuAj7Ge+otJYjYMYPEMZa7cqRFXX8FWvHdVDUzLAud
pr303b2FmG9S1e2zGX72giBkev1PRJZ2LWVypiPyboN7sPHN4X5h6Bpn41naTK8NBdl7s7PA/bTy
xHJwbzqcBzCu6WzluhVfUn43W4cB6m17Y9AfImwAqQnHmyB0+lOFJFgNDGsRKE4rLXjmTp+FbQOJ
5Recn/BBBwrwi8ootLxDhcp3FANotPPNhVdszh8mXvN7wgIO2GPSpn5qVesye5cQA6ZFYH9JLsrF
Ph2fciBDCaQu3d3Z0vjp7WgneMBnLDXyigstm4EkJdsl5dqloNjB/wv+PJCsKoG4sIecHrxe+oyX
axNFvnNtzuXqxWaflCbvS/0apy0ZwiYprolmcEahctsW7BzYauSDcmyLPC2qywhJFKuw1QneMptq
iYi7+V0MTIRiVaNvZiBe7nxMXOetUfKJiEj4KmvO4xhQBFm1RjKkC4A3tkYkfvYjBgKLNTqFAJhM
fgZhAbZjjub2iLF+fT9cJ3PG5DOvqdn0y3BAcWWdj2PFnfXlD/KFvwCQBPdFCM9sHllvwC1PhpVa
sFqNNSNshxGtzsTLoH41cIFzdR10vBud74VsN/N2BWUtyOsvd5p8mwbL4XOqcAG7mxDDKS/HtrB9
s/wN5bDPCEgCiJdddWz1PELBibftMIHcUbTfIq7MBZRZTfidZT2B04DnF+3tDpMcJqlfS7o8d7oa
x27nVzKFZrCQUYuoFTQjJoyMeQbkPYWtbf5mKpyN1F4kKXWbSnQvycjeQurumhTipuFHgDpEW0hp
UDfqdOZTWdjcnDZlRroD6H2BgS1W/HxVKj+ddgv8AbHq3qZKlajz0+L6nTX9WfacckvNyKHijlOc
gnHBvnTdlwxOuOS+ErhzkzB/un4YH8si41Tm/AH+BDT4QCG35c4fqjmYM3fyDB7acEzd+DwbcpfM
vXwsgWrpyzHRxG/hcINBFZiaGFWQqxC8f+K++N96vkHoHTth4aiDdama1L/fdwCBIT4sQR9TN6HS
ZxLksCKLfTx9jflEdbt5TvEmOjX5wVxuh+Y30ktfJubGDr/DeLx25hhEJmlH8oFpn69JMx4jJw/s
hnrZOzZiuLXOrihu/KyAPMmIFLF8sTl0mFUfBQqL6I11JcpzWhBYcp2dhTC9DPgpGSrE/Ny09nmI
9JPLw/JiEX9Gr930Y/NgpBWW/1TBy0ppKybj2xra42zHnwYqiqJyYiMbIwONPSQdUhOsDY/swRJq
T+YiV7UjT84kiakMxS5Knd2k6hC0XIRrcNGucEq5+uiECdO33LnlOHgIAKyNDGAJsYyVjkf30yRz
qRz3AQchobWDkTYPYYiTZVgccgt5AS+4zJuNSz7KxE5axT0Be3tmEkfEvUdKsOAJk/zsjB0m0y8h
1x88gJiVElaaGDXSc7Roa3OiQVhZ7Zai7nSVCAfGeT9+xC7Pc0H918JVsWAsjvTPLEvvvJhc99Ho
eggxXH/M8lncAx7MH3C+vM14d8zFyXDIBVMg081J3NW/Lkl2iezbnSfbYQX54wlqV0hdgcYXGHAW
XtQJoQBMZWDczw3dm38cgKpYlcLmYIysNYXTA16PKu1X82gnSgztlGXqW7UhDjFN8vZPWw/1wLdd
ClOUio5kivAfWYRjoaTxoHHVdNJc5TsNlVpDHxj2CFJwMo9yQSKC+5O17rnHoFDO8w6KICnOitiO
QnLXImBqXvtJhnTrKLTy2VAeuQOQASnxw7K5E9hoaDZTaCq0LaMkOcgjNbSbxt7O7qkLEcdBTWOw
iW5WqdsY6B7rdtvHte0P4V0J39tzj/y+v793fQBqkz8ktRIuMKJJ52XFlWd6gcYdtusud9v3BOgg
y/s+7P6GwvpP7s5jSXIlzc6vQps1cQ3KAfhiuMjQERkqddYGlqogHcqhn407vhi/6Gna3L5mPbTe
0bi7oiojMgKAu5//nO+ETNMgneFelWYTrrGNB1gwMywkZNgq0wMn29FP30FGvjnxyon9tDW5565U
nKVyuyXal4EAWKo4L+XJ7FpGhzzFxmNnB12yU+xZ30K4odEWVnCIQ5Mm6YShRQ2FXY0M0Mo5t+5D
5iJsM7hbE8YQVmWsRmvyL5L5f0ffQsQHatdKvg10uwWbhlFSz5AiaEN+1dlLFrRjYIdy3A4oAGVg
ZUpdTWBfChQ03o5B2JhfM+u+/3X98v9PzhjKnQV35J8TTE6MaeP/dvz4+vku/yJV/v3v/p075vxh
OpC2+KaYONhAxv6PWGmbf7jC8eA+mI4tBZ1a/ylW2uiYnPXZueALupWQ/adYaf4R8B9v1WQUk6B2
/itapS9vBXV/YpkgdoIdY3NEqoSUAWC/f5QqOaXUTBhAeBh+ySHJnGLrPp1sIEknXEyoYzwE2SQt
ZhH8snT1FsfGzvMG72M2jAkNsfkWEZCuPuguLv1tioVLlOzpiXIL5MBOvjuRgZKTWRviEVf8CUtH
1BdgeW+VqNxzObTxb1GwuDZNvcsw+ieCDr1Rn8r8t+NwxqxyHeITlclj2/rleY73ZrbTzIIeM8o+
yNeneMsZXCLVY/KasoeSJs9Y25CT1Kb00nM0EoS0KDCwRnxSE5niI9xPeUxUQR7b7RtC4LBH2uKZ
gcALlJNjm2VHMhHRZp4Y0qGTpGxCVeJP0CvwGwMi4lRQlt5ZiNg+Aq6m3ijbKckGvg13XZM/t5HD
4uwypE/cLwwS0yJsSJlFKkrPuqx/6Knx8ezOiz4kVgj4476tu3vll99xYn3XgbGtBG7U1FS4O6g0
CxK0kxpuGFBvQtaFSyIehaVjUWXAbKzzcXht4JRMEWzsrPpBeyQ7nhdPWem/z8rfCzVGpB/s72JU
i9Ry6G+fjGuRhAecJmy8m2gio5Qj5qpcnqIEvgx2Gk4jeMyH6ifEJaar3yXNjUnr6x/6uswlvqmR
I2x9nPnLVq7iJ8dzbw8hba4IJfI4awiljHbx7auGA+2Q+g+xnT/FzUMOlIoqc57fbVKPjyCJ/UUO
bMO3nY8WpTB30/VYGjzIkVGXyiLCDe9fLZxyxoge4EczkuakG7s9++7sLvup7TeJ6q1VaLHw6iry
SOVFW1Ju3ipOs5VTttDcajYJjNpQYpm0olsY091oceT0pF+vbOrn74zbsNmsMZ+PQ/xrSriiHQNH
eDX4F2FEqxFv3MEIjGDVouRH/MIrCzA3OwYs0X2gXPxnabQoK/UJw2s3WAQeM8Q0yAMnf5rPHXA9
Upb9ZqoFMZMu3A7whLB/U2uYePBpbyCSDuqNaZefpV8ES7dliAZVmAMI7Ft+rT703m3WMXKcrAq+
jFi87Iii53C80ttELEpjZUZGDi33ztHdgaTohst82ZjEbl0/ffJc9q3LLK8/QXJ65HlnjnOUZb0b
MZKpX7qrsTYerdTBbS+Nji2pzIANM9nmNjPURZTnPA7fS/Ygoaz2QbFO59cus5cyjjleqJ2VMhXW
wM9PIp6vOncnqtms8JziyTW5l2Q376YiWZkSTxcugR8DgZtzi0FiSUOtdeQvDvjkoVHThUHZR4If
NeEhFRE+4EtpFp6JgCqFs8xavOmpS8IciFe1FcIfLo4S/qYcKzA1jOg3qGaPeeGtOgzSIxOVAvTg
ymz83+7sHKVdQjxOZ9TI0AfVS2VWWOKZim6mFX60xwDQBYw/pnIf9vdJZDtbM2W/nSplPXRzbQAx
wuNc0OV9r+mYYJfGLSZHtgWRsytdcjz90H3VxJI718gYPYqNd3PAFTbfT6msgH+qvqA+OUtSuRRz
mD99k+yRAC4xb2OL16Bc2CNW47hYJYrtvN2bZ2Y8S/cGVoD43SImSokNoGy4ZUCccM1aG0OOv6wa
dyD7RKxSTtBu6woFwL5tQtMc4Lmrh9cgne/TAaZxN5vs3GZ/jzvqzRnBdcxGhLA2PfSw+lY3VhJJ
aZDQBtGcomTK5AHggAArFuB674P85s6uqe2BiPzLzIx96/i/JqUOI+gOLM9FuvKFGlZJO70DJ1+K
dryPcrYxkzt+STwLmVuu4RDeBe58NOJYkeDEFtWUYhu1+pJ0eM/AtzHj73omEv0dASus8b+iipIw
XJ7i6Hsb5mFvdBaCoR9n1KPxLjb1R1AHm7bun0Y8jsE0vhql7DH5j+84UI5UdHB0hwKQRBjiYkMe
Ix+nIl2+xt4IsJJgdbwbezLGbc0ZgLBx8VX2jIzCgQoZ/I0fFPrEC3T7q6850vsQufjUf1u90x7C
urCXpW9/ASvBbhq9DDCEjg7dU7+SGmXZS73XAmnjrhzDi9c/GXSL7zsbk0ZYT8k+rKgCAUfeXoIh
fnRV7K3NhIjSJKNiN0qcVnmsgfNFcoWlGjuMhwUMh345fuai7cDIqHfCZKBE/feCTMnGTTpvHcyr
tjXRzmztLw0zOSVWdbEMfUhK73dUgc4wvR6LqnT3nMJD1H6ZLLO0dxd+1X9VCTvgpILDYZjxc+S3
1qb2vK8J3ttaisl9ZFhWXyOXFbWzJrYGVhtEO4YQLvDbynim2lHT+G2BNq0qsUwF7qDmdqVJN65e
LE4xRx1m3UVgCoXEQZ8o59LmYYxTg3w+Br4SFOM1GoKY3TvBg9abyLQAIYoPsRHpDYQQ/w360q3y
gS7ze3ym81rFU/xa2cLfyZpSt3qeHZhNYXifs4ywpciMhZ5GrlacolbDoNb3i+41CqLyo6kNd1/T
ObiqLa+DADGaq1Fk2QNmn3YZFUQOSTblaqvtNH/I5tBG2TWIKvbBMrUL+hPyRmy7BDaJxDiC/zIu
9W/GfpIWAlwabhBmH56bYqC1tdgjKepzy+DrMDtkI7HjfmcSi+KYqvpJdrpb8qDgsTs2+xTuA0km
/CdmNEM5MBWq0jgAZsW7ae3qiaRm2taAhISti6M5xNUBM7Je0dNnns2Z1rKIu5rnetO0RKOS+mhq
D+xbjo24+4DawchVsjgVqoXbXsZnZceYWtJAZKum9ijJFE2DADViYNfYN9BCsRBac8zxMPXc4STT
qsZKwcFLzkm0NyI3QoBIOCCVaUjejsxMueLE473RRDee46z+aKXkUE/TwOcgoKmydyyhfU6iZx/m
DCnJoMJ78NIKM6sf1g8J5501tQTiPWN+VN4w3UxsE4PKEFDSBx/GN5CSU+gTFwv02gmXHmsYB1KK
BMxN16ovUJ8LSnOWQ+YdKABYyMLOd0Xbt88MU085H7EIhl+pyoFKOyzU+bCz6XM5d51CdWjR4CgC
46FEyp4PtgVUZm5o1LOxuZj3dPmNPFTsfdUOxd3QZH+btmElKq9+WXaHKp9pKdcPnQNhtYc0GWiu
25xVYo5h7Q9p/u0x2l50GLeep7B/0eHcoWVSUIHF7NagEm8dxt1rcGiHMrKKdV3Z5dmQ5REQ6zbw
3Oca/yredVk/jgN5n967yvgw2NyEiC4FarGLe7wwSYliSFOyWqtgvNSMdjE5WbjgKjGEyzrhRk6Q
1hcaC+gz6BI0JWvh2tOuY5RYmf66yitY+oToh0i7yKjRuMYaS3A/fJnJBGHSabHRTp7a+2Pn3fUd
ALcx6tTKo5PAzcxVIOIXx2vqe3/gWVnFVk7QkaJcDhW4HYG5e9W47FqxtYPf5Lmh8dlZtBtLCs8H
/uyHUQQeHF9WiQQHQjNONNi1Xxil5n0nn8Ysui8HY60cT+NM0sO2ZcDuJGIFQor5qpLI9w7FnPp1
lLirE/aCOZk6znUXG5/p0uRIg//zjJ1177f+wMAyTH7k4JJ+lOnx1jFBkuHFimvj/oZCpYhzXnUD
Ifs0Ogr97OgAsSLpjyaTismd4ch0BZwDzvt2nj1KYcQL2dIVzykDryoCp9znTKaZgf4NI5wTzLaY
a/8C7g/XCHHRyqENG4qxcsBlhO5QrMjlZwTLicWPoti7PXtv1i4j8ugxUO2q8igk0Q00/IgfQYUc
+34QyEXhkfjk5Wlv0ozZgSzwNmW7joSbvGZJ6tzD6U3/DkX/l8xP5+qneGybn5/2+FH91bj0Z9/S
//inMsP/i/amG3D7n0sHT//rfzaUH/zAOy1gA0+773//N/v2V/5DMXDdP/CAgmxzfdMHWnpDmf6H
vckWf3g+8HLat6UTwJP/k73J/gOwuSt8jFEkn70bGlX/nVQu+HnCFz4mXtdzAdD/K5IBL/GPgoHj
eR4wX96cJ3nJv9SO+6xBXuXCH8qq9L2Lh/s+lwdVcw4fh48/fSrMyCZ05z9D0T3v9sP+QZ3gxQJ+
GBYvIuX0jv+jOpF12m6LWvRYZAw1P6q0sqq9xh4DRaAtOYDZ1Whbx1jI9DeknSLYKOqy2YDpDi1D
K44OsfJ4xAVWF1ZXRMxO7LIogvZv14wltkVycz6JOSsMnMPKG6m7gvbGWWLwjw5G4/JMjMm+FzTm
RaciTpNpOchmrA+xmKJ6PWOWiJc9ePRpie2elgsOxqDhEJPnFUsSD46xyW9/SdjM0t0Qh8WmxSVz
SYAOW2uK6gpn31WKjHFe1LSauINL+09l9+eJpyPeyLHoYThVqnqnHpZpXpnhbl4QiSF00lC+Qwii
02QWygjMIckUQZC5mcEv1PwAOEw5sENZzqZFgCI1sWoHJuREniRotx6ddMumHQYWRSBEWb25cbLV
fV8losBS2Zl+gLjihe3OlkWKpZvhhmS+lFD/GWgLcmM8l5QJWoNhAo2K+BKJAqRsTQVhm5dh6uZi
N5e9+wpYG1G5j4zPKKWbmalA1QtvKWzeaTEbNIjYvbEabskqG6YhCoCBOQjkDeZmBlaVwSv2gb9J
BhwqRsEszYKX3cXQQrxWnHBuPUTgVwhRty/SYGg+AZZezphPjdh+izv/yZvSB6No2bsY9plr3D7q
yuYpPxfXzo/AQrj47k1N47yP5WwKxE4qzuhJRK2HniVFl7wHti/1PmEjKCfa2nnArmlzye4sp92U
quZ4fIv++8a5H4ct9XtEjQd3S8MMsJlsuNpOfMB4TnljaqwDEAKLulXDUtp+QIiuIaUUfocwc91G
KjJK9Z54BhJFqLdY8xmJjwINnIw5wZwPJK795MM5DcgLZtq7GddCtbEKKslrcQnAAaZjRwbTMk69
dRPGm4fJ4qw7N6hLut335H3xuEZ3pq9J66XN0QiH5WiLo6ZliqWURqRh2s5Tcb6pGABfvXvc5hdh
xz8W0IUobpqnpusfnY7kQoHTycmZBXbhM1CMg+mGW8NNWZhkC8pwDncjeVOGb+1bQAQFFg4ENaqz
GWzOt/eGWbIdEloyoepFY7GL/BFkcTs35DIN787NFBVO3Ce3ApBX94aDMmR3xilYLvyWERIq601+
uCsM+W2xAbqL5HjykzrdxEL/6BFTU8R5D5JRunIYNVDstQ5nKK1Vpo+VpZ68jB5HUUs2RzN4p+RS
2shaDn02/Qx3LsRUqCYx8EKZu+Y0iyERzNYaSLO6uSBe7IrBZxLA25Gz3tzi3cJr33ijgCz5VWRr
fkEuW9VmXF7mJP7dsO8LFfE+S/YbttOHIu/ePGfctrcpG8fPGClUf8YNsmJHmhBjQEL/Ds1zy6lx
jnSqsV/ll7bp5Oa4qD9R+ZkbhvOO4Qcgraq+uUDSi1NR2Ser6iJV2J7IItHSVM9bhhoBZxH/x3K8
tSLkepiy6KGyOM6A7AepLuD4uzUOlq5pYBoW8z21dM1C4SVEoMl+R0nGib+XL/MtemPNxcHvqvdQ
ArgIC7Fo8uqnTDjOR7bhoyKJtSAwI8bUgFCXjHeEYJd5EuPy9+0zeHr+S5scCI5WZNG8taMSWEM+
WB16Ss+utvYxNOMozA4mSDGcpDTy9eEVq5XLpIk7lBzVlapIqi4TMSx6kcMucMQLcYuM/0edUmUQ
lChDO17DnvplCQi/FM5dQt/2V20FvhYb/NNYe/4urYdtLRCZYekDQ60JXzYrwk67aebVnMYjbZdh
CDFia37IWKbvaP47jkUdbrIOyHWZ+VsLWqWn/O+hgeRfYHqEM+Pc9T42Iz9mIOeEN8CKSL4Y/iyr
IrDv8OpBUyMMQnKFlD//em/iEV64oBJ2RW/sx2DincatppK9zsyXWIXxtvO7dRhVK9fBue6m4TX3
o5Onmq9acH3DBEXYiIEfMb5TGnOZH4ToalPypEy5tPXgI8u28aLh+MJzNyL1ExC0ILbqqXhcsUgU
J671cmWZQ2MdR8IZwIdgqZiO0vR9xLCacsa9ToUO1vfZOgfG7UsDP1QYosvL/lASksGmiLQJvswZ
Mp4GVkbV2BjZORWzyAPL2ax3AXpLnRYmTGJm/IkbZtuuBB1mF8k1ypt313Y401hPrcNIWpX+pnFM
b1jMsw/JsnZ+dKqME5IazLchP/p5eSzA+2BogqqC/Wwd6PpTVvGTPZTuz6RyKl9RS5gsTlcar3KY
1Mmaxe9z9st3+uopuFX1tKMNcctpblwK0JIYr7GnFFWwIj2wKzwOEKEffk6M9oZa/O5LYOB2XwVb
olbVpaea94AY7awyC1rwnVWop4i23U3HLGbR5TlxBAI668IcnwsfYa3rUdk0MOHcqx5sMTlLN7GO
nBB+q2LWpCer6m6EzpFQWH5HO0a3wOxSL4xZkcctBMts0507qXHbRBMJtkgViEuVu6gqHXDjZ+wX
ZPcS4v+A/OLT5hgLg8N9OO39pjp0kWx2JhtXmPPJIeXauCsikygR6OSiLbpdZdJYMlVyZZYzqpsi
K68/Q9ciNtLI5mgrQR42ydx708lAG4ygG3u3hgbvplsklj1D4SsK5THwi0cRJHBbJsxhrH3DijGK
+zAT9b5zYM4totnMHwNvfhcoCncTLJywpAyqdMxky0S5Xlq96q7ketIDpL9jpSu5pGDnPeKOwKZk
dveepCGMBzCA3kEZ34OTI42M5YlilQeRUItBSBsdIMDULALaQQbBgagqMWbO3ju5G0ZQ7LXXbWyX
d5bia685/Z+dhvLkmUlSAVNl1ZtYE0iYByreuaR9LCk/SOofucLde69XVHviju0IPAEEkqeOttM7
h9H4ImtZHJiIsWX2faKMJKZcjnMZrbuw1L5LM19RU3TI0bmxR6MOZc55buQ5BXpZwRy3zPwIYh5j
YpV/ZRKJJYQgEZWYtigb39JoffFs59rOajPZ7htuG35ddhds5LDdoYbejTmohICacqJ9L/y2CCf1
+NkP9rPpt4zg/OGgGutJciEq22z2buf1EEsGzHdNlJwV9HcKmBu4b7p+r/BZoR6H9qnkzZBdIzJH
5UlFLHETNGMVX5MADt4iDgx/XPTeUPwkg+1nOzxuN0bulKuHyLSz8Ui+AGRlQuY6Jt0lxKFKlEmx
vRUCRSlTB2uA6/lm8ZFRcv9KPdnN5E4fESskypID0ME12RI6JpXiDUh3eClFoc9m48AP+q/PJpzB
/uFkIkigSMcGnynJHEr/L3PTwR4b3w9dYFX5vFf+tgi7VVe+/V9e5PZT/nz+wbruM5sN8LAHthOI
2/T26+MhKSL97/9m/XcxOLNmKEgb0aNc58t5d1becqPvPn/1+2JdvjFKunKdWzUghsUi2HKdrv/r
t8Cr/fUQJjiXeQHjaZIsHFP/+iZI5iWhT03Too3rg8zKJ6reWU4zNlOEwsNHuoubZW6I/Rhn50qJ
XdVytTCy1NspJ07MynR7lJD6q1u+mdKXej/68W/P6HYhKa+MqWnKM790siv9C3CQ4EKwzMav1J8i
qtRutaGxZelLuJDaW2vOOWIqH8tc7P3Eu1TpAJ+V4DxOvbaxt21eadyzza6sgQvAe4V7jMu87QMe
MQ4aXsqqhnUps1ecO2II18OlcyCmmyETJfVY6vJrdtQhACi/ZL+Fs57hqhj3IudTFlNPUcLwbuvx
HbTAa+jY+9QpIO4ECXIrQ46KXfCNHdArpo2jIZ8oUF8qpgtmCDc98TalO+5MohbEev2DDoKv1DbW
c9vkiyHiID1rDJIgex6tWJ0qF4B2Mmw0FlPlgIYdOS5IiPJh/UjH1kdCGG+AuwLY5yFBU4bzDQDN
0++KDEnhNK98Kk9gXzGRQNEREqAAgwVliDcWFTb60SlWE5oyf9iIWnrCu9feZ3+VMlRhC7mOoG6J
2Pii3ehgW8yZ3Kr/Kd0SYhnbzoxO8iEZ9iH1dyQ+Bcbe8LkIIqAnGA1nYO/0dD3Ejv1GQnVBkdTL
LMt9p4i+MMADQTLqtR/UuFdwa4bZDkwnpAL5XmDjjkB14yQ72VP6OkTJbTnfglNbJ2H/gakGB5JT
PjjJgOMUrCcwEFNb0GwJ2GvJkssX24Og0pp5c2TtlVvny7bXi9nFx8MnWTJsmgu2X2nx7iWcPyNc
uFxHvcKLFz+yBj4PLcw3RISabARXkSdM69oZHIKGFotd8RR1E63d9YioFjb5V1E6/rohehOmVBTZ
xcFT3ao0EX6VY6ol2ui9exuvkWBHJb51tZiEPSARsToGG/qfS3LR7QZN+H7CzLfoHH01UIZPwLxY
rFsyRIE+sHc/G3A8lt6kbng10v90ZrCbJsPLfdZNfrquJCZ8C8PbBi/C3yLnyTZW2XTOyuq+T7NN
GHYzZ6qU+a45pDCr2BR3mnXKmaed2xjPLgf6HXEY48p58nea9zgVWuO1zdtfZL1uALGJMm2l2l3H
3QaIMXlvZfvkqZAE+QSdVfNZQHnf8DxoqVsrxV3MQ6NQJYZzb9ESD+NzXRZlSXcAFhncxyOc4qnE
wUpFKQEQlirTnshATQ0SeXL0NeUD5Wy/wIsHnTh1T7ARwCJN4OlFX74G1WCShzKKe/LGIb0enbgT
VZvDIRgChylUd9BjzcwIbklHCqrAg85Ih1SB37hHGcuHQXckZYeHgfw3cTs8mSGIeN/hVF9xt3N2
cN+AItR7o463c0Cejcbkha3ksUqnleUETxh9boXl5BZoUiWrZRJVFWemaScxRu8a22Nn1ZvGHreW
ogiZKpBWw/cJkUfmcjolnQXcTazJPt8DEf4oq3YPA2RlGx2BFkHRLsHVAL12Ilw3JZ+qsFZxScNQ
7l4YaS/Axxz0FIHDYoJD8n1TB9Z7N39YsfXazVW6lyn9ZxvAGlD5dGP2m3YACOk77GhIGCx10TGV
G5qKsIgd8eaSetX5cmMp78czhptZRsKtRpX28dRCfQtF4eiV11XGB13xqAlNNCy8Ji0IjyTioRvS
BhWLD13ybIzs6mAZfXGtqW0+mUYyQmcgiVHr7MVlO8vFP2VY6ePhrmJcylDcTp8smdUXdK/v1rB2
c28QMJTWUgzGb6Pz6LkI+lEsPSdph90MRWg1MMnyqzIg8uCYv8eZc90+bru/oU2QDMbAPJYZm5sA
AFWZ4JIW+Dlgt8zzsUrMZ2H31oNppjpEivGfCQ3BeNCuXuT5gJkupSsQ0Eo0HIKm7Bau47efUebW
e8pFJ9QT06ehKcqw+Pr4K8hWnocJy2Sd650nGZr3cL6NFoxZGQDRnEM2hNPgHZO+r1dDzgx9CC7t
YN86bENQ0+RBiEmzvkddugdwgCPBL0FVD/7Nmdq8tNp5q0dU/Lah0E342l40Xm3snaA+QWi4Tn17
78KL6RhntuWXPbXfjmqHjRUi+ve1gW5F5JMDuZWE7buEzUxgosiNzzx2mQJMLTINpcHz3VTW7ybg
7H2fuDMg34ATxYOy5oTTmcoTYjWx+2MhlK61pet4ldZAA3CC3TppefDX82Fy2xQvMCZ3jPKBk7/Y
SXhuTOkaOx6tcc8BUuKhpEhX3IgR4ZhQBElpVhK7X11kCrWV/mCdWqm69UjCEb+vCteRwRlrmfa0
iqwTPGPATbMqPnLkI45w8xPPiXOdKlJLMNzYKjZDVeoV93KyKuHooi0ETMumWXdvUZ3XJ9VZEcOu
wKCOl4Av8l4ZfNLvReE8AMyHkQJrOibTexGymXHM8RTEfWKQC3coZG7GUT707C+eWiNq9o2dM6oD
D6euWTdxIafWkvhdvAyqMLvPI6O9q2ABMXa70M/obwKjfOnR4MbAgXQ+2+HSNnHIpOMENHSqNkFs
0FCfGMNrLJoHCwbkIh54ACb94F3rGluI7n35BriV4aCThO7vwnHcJ6zB7rSaYKy7Y8oAN6Teyl+5
VY0ZOfX4iXXwUpd0axlcjotbYc2ibkYqIezCN5BkyvyRrQgDcbK3u3gQ+YMkiP9sTt00PcnSjXr6
qKMdpIYRnmPtvhZdTDODa4ZrGwTnSnI43xSphMftNAMxjXC8pNYgNtksh60LWrrdCndyNlL0dYqC
0fNAt9wErwf387aXVb0KW2QdjFf3RQCaFSnfg1fbPTL+mA9Niw2uBCHJkQ5+3BPP/XPjD/U+EGZF
nokNHhATCGprttgpjHkkCsc8ZKL64KN5H2N5wqu0Rq7fNXMFbWncWBG+iNofaK3qMnwpjtX4dBw4
wU8v4uIe2MI69TGZs+cxx13TNeEm4rq8rZ6A69aO3eeH0eYhWhgM7mdE/AOyNnA+HfJ1pURFXHAi
uyAQ1zBjImfMJGpqX1SX0p9wSSb6WohmNczKop1Mrsokr3aouHDa3bw8dMN85A4hz2B1zcqokYt1
k32w+qttZwI0J9G2Tsrso434cloKDHEWDBet6K8JQKMpnt4RsYzIEw8e1TIcXZq9XaT3gz0MC0S6
Swafrk7BTBopTdUcJ5e9wOuMcEyPTWRt05okhoNaZWRcgDC7jmYBjS8d5B4nFAFTIhV1EFyizFgk
s862bk8udezHzQgQFQsdUwjkV1bDBEhDkWDm6+b5GYPYsxt5gLgKXrcp4KTiil45omTdLfIC4BIW
qIWFn/VO687+NbAJI/zEjhJnAA0H6MbmLoXtuapql+IYemaTSzcwJtKzk7MbwNiRieDSwHiC0Wy4
G6MX5hsKS7sPdb5wC2a8lS0BQtTsX+8YqRBZJI0J2sWgcsufGxwkfAoA0lxsMrrwt8MY0AiFd+qL
2WtMch+5+ztJdb4xjDo/t4VzzXN3PGVF4Dyaww1xOwaXCtY9MSW3+OUN+tiPqicHEW/gSs7XumCn
GonsuZbpSyuSCZ5xSl5sdsmCm82isGqS9M60jxokq2hofgVEbVbKbCVdS4Gvz2U39b8JxFTkksZ3
mET+Pg1IV0G2fito3N1OM3xwFXEfhWY9bWnCrtd1M1EQo9myDhHSvLYpGnBDekiUAyJW9dFlIrW+
4Ax/Ks0y/9YEQK+2nflLy69WTs+VUIblDsDBJuOZxy6byZlq10VqvMyFfy37ho+7wuHV4akD+5cU
Olikg1U9JPhgaTxeafx+uBbDmEip0QWfLWh5hJdQspu7bUqiyYOm2RNjF6x6CWkqN3p0nD5/nFwx
vFD6UVSbCOmwu/ReWQJpagtyN20O5KhgO99NyBvgu3PEPx70jHZYLO0hPFlDuup6uWF/XW1nJ7ky
caGzQ5+9uT6PpHIyo3roXMZrhrI3tL9TbOajAjcg7JosqEA7Fe2rOzCsHzByojyYhwZ0/hoEAwVD
EA8WHS3Ja50WIVUqdE/EM6CkaFCbiDajLZnqBY8WTCmw8DPTPpa2eyDgtPfz/gv11V3xQFwlkQ9h
xmO9HtBTYCVUVFZhgqMOrrk4tnPoNFdA2aeYHSl+ZDijcP4RkBgwV0NcsW9QYT9qTnVrN5fRlQfp
N9kD/hOSqdQ+NqGf7/p6uORepLFV16ca9RTUUkaYSQFnS6aWpySmxrEHknQXFtayse2POrdxhITi
gWEhGyq3HeAiTFAgEwi+bZFFfMvqNVQk/ml4pWEqBgdq5+4uSeYnY5LlVUbgkmq4i6tB4JJopyJc
c/vshJYlPIeowrmMJOBBAmRcNJpLV9gW5C9ObWkcv5kl20XZF6jbIr13phBjjGCPPXRHFj6y16Jm
JlqEHp1+t751xnc4MexrpOUDHpiPvvZ/N7Z1y93Jqz960Sqpoc6PJckg1+CILoqTpH15k4OqxIo+
LKaivcSzPNAapHYJe5u7WHIgotiYzgYccqu0j9I99y5g56aVP05iXBQ78W7Guiqs4sPR3qFWRJOy
Em2g919almCOFM6uYXC2y7WztwoUccuJAm7e5qWe7OquRW5+cIETZEjjBLBUgO4FyMYZgIgZndhE
WdPgvbGgw1Gl7B9qgsoYZKr9dAt3uVMFkp7+4YVuinwbdTa23D56RJA17twW6ZBNyBrTYQvZPzVu
AfldZ/TYbwQ75T4t8WoaDr9vQWFnzPClwmyDk/CxrRvGwZE+5bkOnnqRMsfLAEExSk5WVW4SjRpm
+tZc/TLqbtxC1fT2EmbVXamngnRkLyjGC4nWJp8uZJHvcnBLXO5C7sds/jQbO9hTG0zbS/pO5goZ
yK/eiYxfZnpcVm3kGTtfDfkqG2JN+Wj1hFHgJ0yIfM48Y1eFcj5EAkWvgnZCoNI86XjwV0E6MoXQ
9WKukn0MN4UIbnTJkyKl9puvqTUMKHgetm2SuTflwXb7x2DsznxCybL31Hbsu+3/Ju+8luxGsiz7
RWhzhzvU69WhdTCSLzAySEI5tMbX9wKzx5oMxgSt5nVeyqqykoS4gOP4OXuv3fa0qImou1A28BEn
rEk7ZTkuII6kqz8JaURwA4Dss5gXjG7af5p7+YMRCUawsjwTtr6N5aCJQ01eDH3AI/tfa5/0SOej
HKn05NjEWo7mdo5IGIrM4p+CHNQbLiePGrT+WrUIxLouwwlQWNet1rfCUfW2qKCk1+Q6pxBCNwSs
fHW8lEN4Oj5byCja1lV1nw3K36JyMDvZi4siH46ZicF4UwGex6MsvgFVso8df2Rw0xcMTYxVRwJq
eFWvCKbHgcEkr/bZtfdtdW1PGB66JYG9YVdPdS2e5sC7jQAFTEmpOBF7ImkKeovS9qN0kpu+4oW2
hLljUvfZ6aiFAie9qBRmzVERr9b0yQXGjVU6m5mGF8aOgdnJG6fKvkWaNycBBx1nCrJYQYmY1wK9
RKKGLc5wiC2rtmnA5r2dR8SrLMj7eeGLMjcgkzX/jOCD+bKdKwj45mHxmOjWqfXYDuZTuXJgHbgA
wuG/zOZ2qooXil/ko+xw2XvQTmymbDczeeYZCRBvKvz/tNHIku2svVNXD8PYPCFkBKDQ1ndpYihT
q+YirSP0v+OpTwdMAQaUK6hcDIqSqFD/yg/ae7g36P1b51m3gA1gkeHXwAZSCIdOq7lJl/jJQ7vF
AzAcwDOeger+ov3pKU3xlgXoSBKVv7iNSZ+FxpY9DoJQPNFcRmLE5FIhknT5aoNOSS8n9HUbSZuR
X1ynZ8LRr/VEQFDcpQfVYcLtPY47vDgUqG1K6G+bp4JYU+ToNd5Vi8yuaKGjNDlHJn03pGFu5x51
bwCijKLny0BKLQo2Ko+0Kg+jCQb+J83ZshIPQxU/1/HynZdbX+jSpLshDg3OaCzFbRnSIfPvYMY8
eDy5gWQ8NqKsPvhDd5J9euNOVJTW6jByJot9ILYF6i9GkGzsD3GT3LIxhCPBXJmKxb+ddY6SfzHl
gSHPPu/c7CVI7XFTwzbajSxBemYqYroUy7Ob1/vZ8nmcivSLidpL9EbDkW0ueGCBF6UY410xDbe1
i2ge9fs1LYT70Xde6gD5kQFHwtu164pgt4C/h1HZnsqEP5gGtOhsX1E6u8GpJDLwNOqm+exMzauJ
A+fIDmthVcTATOw5LRkDhJzYgsLpzkeW4p2t4OrQtrn12XpvVIhs3ArDm9kxl7MYYJNnV1FNe0qB
okDUMfn3njM/jdPY7JXp/8kzgux8dlrCDc+RIRFluPAhLCUFfQjaXZBCdB0vAwrd3v0C93jm08Fh
87AK934/3kHQwtLjIRhxkKRvGbESBzY+izJ6LJGFohPPL12hkh0k5Ec965AHojiZHMt1nxIHyMCI
tuh4FYn6uhr96ypUF6K01I7gE4OOaHjtWpaAuDcPcSGORjOyWgafgqkezgjgOq+zlhqK1LHNEKIx
NWVbQAYUz53mq47bkYrdxlU8zjWtcptQ0DEB9+tn1i6q2FGgjFLsgtFS06ERQUvK0mrsqa07G77g
3qiquxKqeADWCRZCR/4pkmwIVFIs3Crb2Yf+xDtlgLzrL/DFuhcBr4svFbYkrW6jIAa50RbivtV8
6YBxJ9Y5+SLfBvgUmDeX/CsMVevK6yqz7UWwlyNUHbLjaIAWM6mn4PTqoL8omwB5LHvy7dSK4CIu
jToWFelEY5MQYUI+XxUCPOBKLZxo/WMb0kowpreQPlXyYDXWNveAMpMuDKUgceFvtIRc07VBhNTG
VvWMuK99dMOyvZ2NCG9Ha0WANQVRqqHL1FfKrFfUWT3RJZ2XxRcR7mmflfPY0RBlXz4cEshlGv1I
WNZfHRfqvsKpdKkw2ZJ+pvRGNA5Ud29omsu5ie+TSSC6z/UXk/rzaSAo6UTJxzZfvBRT+NpaJZRF
x3laACWDd2GvLH3zLctxcENpkpCCx3+WjGE1lM7bbBLzTtr9M5PYT0ngojWngCA7eX1lqirZMzL7
luMKIeKkvoGEiCtap/aJGWJEytfk7bp2ohU425/Niv5yFy7f7brTGE/3jZWoM+E5JMQo+3uQyXQ7
2JIddoz+e1hYv32UIoLhNiZ04kLijKIPMrIAHjIrErsqK3pC0k9MsU17GXj2nkkhgi5Jxd7bUwrr
ap3K0xdrkQbnIVaVprWuisWMh4UQ9q0eGOeblZeCHUJlHosjUev7no4OwiLqucYV/q4XYBcKz/na
x+G1xp+0pSFLnqhfO9cddsIr4QSreW4GmuvE3DN5Xvl1fG3RBtuBXKTDrWYwtjNZcjYAjYZvA/oh
pMCot4HQ1DfAYp7c0hlZeA2EgB3nZrJDA3OTfmuEfcl1Cf7dyk7a+RFzVo76uEVaiX9iHSS5bMtR
VGvHPQfjCfpY1ghV1g52LFt2rFl1Ittwhf+n7G/dcr/U8Lho9Ktt56rbumJixYJzNhRIy2MKcDUA
mQwKn4zDAVfeQVXUQJKOyiDZ2npsCHc99jGigc4ZP5IT737Nq57H1Str8hCDJ7sm3tAPHiy65yZ6
ov9wE/S5uZ7RBe76OahPrPGwdqCrTQWJ48sIEduOdblezGpMtRfKwFSuYUnWmsFYw/2q6Gbk/zhh
cKQVTruJ0JACb+vGJB55TFZ3RsAkVU04oVEdj00ZPDaKfUq22P9Y4/AcjMXV4LKpIEiWXgM4hnA7
c7/ABszRpzAeXoZxYRtH633KfXGQS/DkqfZh5Ln1qn7e0XqnexvsJ6JCOvyGImo/5/EgGHMVGtSO
h20J/liq8fLXIeiTkYiyoViDFK76QbxOyr5vJnlJ1JZNi6El3X0mMdgocnCQRGDl2kFw2/cV7HKn
zO5N3jZ7Qmb9LWf8A33ftUjjlgzw4S4bR3tbuCRyLzl+4lTjGQnUKVr8C5BAoNBJaqM/O3wB+LPi
reROIfMLa8XAbaLxVA23Kv6cqzre0ps5B0Wz9y2z48w+MW9+DNvv48yGlz1TbOUkJb9GacdXi6C7
rZXEpxIS0ljG9yQLMnSLYGHUOYntzra123M2lKd+aj6TXbUv22VfYapv246hq3/f16T4eV13lbkC
MVp8M9EZ4Kk5Y8tydAia9pYWiinI2zMzeafOgQGuprNY6rPci+NjEHsPy4RUo8Wk0IUzHgwUI+we
F/JakvQ7XMYflZP/ILf7NnT0DfU4mnpzQTbR2sZWJDgYpHBeuII6NFX7YpEV6WVyvARoid7QodjT
9viU5vMd9Ve3sWN5YLNxEZA9rWu6nAIziXtIR1CIDCVWbbZYbmzMXleym2mv5cPwT227bAj6vr53
oip8YI1iOp2NCWGHWp5jUWUy36EITRTwBZ1atPknn2way+vN3lid+4Osj+gpiEjBy5aaBp0N66/o
RT6ehQIng0PiiD0XT3YCxBbILcoexr1Njy5iFB6Zknk67Aof1oWdxXAkXBI11t174hOLHobeawi/
iQRHGqSbHl7kVhlnpOEkvR52h7NH6szlppXauvFy1jUDGlXcnoAhfYVriRgPNogjJjelxWcapZiM
KN59vq03kD9YIioB06ZIX1vjBdgnqxcYfeSQhsl1F7cQpq2uRU3jpwfR9fso1uIes6cDzd29XJAZ
oILYz0x9Oo1DQ1VN9ZDUwC+jOOfN0+MGyyMmy8r6ZlekjBfA5sDqoayZnKrEV0rIjuUHR9ScRzEt
w96zSeyiiHtt2CxdD5F+9ML4DqPSVdQsrzQxnb0sa2u/6NjjiiMaf+v2R3nRtx7l7c5qvehsjlEy
p9GzN+szE1QPbeXAfeq3mVOuy6TIv4AQ3i5Ze2FPwhwN6xMh9aCVK90sQICCV2oTNOttQrNI+N/w
Y4ZfMdMD7y3s+lDVOFk2dW0lqH8gEhKDU9Dr89s7bWZOIeqKizEDyyuI5GVQdYleG3ojEk6rRBSY
hm52ijtE8bCHITmn/gupoE+LW92I2Rvh6zDly2E9jo0LpbycJDfLIz+HAaxOIb1VY9agEGeHsQR3
VAk7JitwqGL1gEkdkec07CKr+BQV7StuSsq1ktGgd5kvGtCOkwKG4Z3V3W1f9vbeM551aE2/Nwtf
dRrvRBekwDF8h1EndehFWiFMV9FMlquf80nXzflijfCaAOZ04bTvbEa+1RIsh7buz2Zf5Xt+9/N0
BlDUlDTICae5bob0HIj2p7xA29ZagTgkbXS7KJym1pz+0yTdUzl681nXEpJc+VjF496ZN5XT3XtZ
cQhMDJcYkyEkIqCRttCHZmWwOHRLmPkBU1xC9Ab9UF8I2b8s6cKjxl+Dl47L2/kSONyo82VThKl3
kZKLXa10JZR24YP0vTXDdnlBTNOvoYW3qZEHfG8hqh49fRO99Wlue86Y1DGqwJ6c11B57A0TzMBs
Vcjp9NOXSYvvcaO6Bz0UaK8LuDQWwTOM5FGHzBO1fcH9FVV+AXo6QNBnBds5W0g7jdS9jWy5w2Tl
8LVhfL1tkBlvpyYJNl1UPSOWvXSWtQoh8ENBRW1z3KxVw3YVEyRT9JovY00Hg5nT3O9od57BAbOR
qtfnLuH0Z3NCpdL32aM32ncEbALfDoyNzw9rMy5BGiVoi1aJbk9cxEa0cdjQ+K2E2LoWHIAjAjJ7
2MRcU3TBb78EhwSyorzyZdN6Nyqu0d6PcxSFmI/lPF8M2ovorvpKORcmXrtdos96gNEr8QEyYGPf
2EY42dXslhyqWEgJ5LXR8EehyiaPk02Dcj9lCObPmfYH3l46RQcnVgREGYOHm44ZDo54Rzk0f/Fs
by73XSlB30iXXdPeGYeUp2F2+z2RK2V2M2RW/n3oqW2sumL5Bv8XeJeJ480t7muKO7wBGS9kG1Bm
sI1K0+8uEPDiuZh4y4kAR1u062TS999z0/LRlyjCTrPUS/Opod1qGAg+0xzl7kd9t/5n1JViU6g5
m+k/O9RNRS0tdZryAGoOvb9vulc2U5yUyrxsGf+GQ5nnl1PsDw0ONTSPnYzm4J+oAbZ6mNxh4S9F
nvu1ll06v472MPivE+KTZwJWyCnWvAmcFhiB0xJRpN4Poyz1zl7y7ErJwYN2mJryOKEOn69EHxi9
8ynXi6M7RsQ9IWJUCHLguM97n/1SRq6dycSDI4fuaIdeD+Gyj/30xNeTSL5qEWN4yBp3ZfH4mAFB
hAu//4eqDxZ+a81cZGhYOjdj4I/WS9omFZABggHJQ8w6OAN5F9OEs9qlVFTPzIR3CaLgvUY3Rqwg
w2Cqs0bhV52JtjmG7SgfiYMIkj2adLkcCXmxOqBbbZ9c4Qa34rOgH1u0QziX8m/0ZOKJhK40Q2WU
uj0lbjz2FdZ+PyuG8JzRepZuJzPWzY2D1SN/aC3XpbhiXjzdlTmT6fNWIxTemVrb+jzSoICvRg9r
D70RBh5kONIYyRqF45OAisnZT3IcXuliFcAQPb8SV/HgUdULkaX0rUVmi3toWs5LFzXjvFd1j2JB
tQyA7wBamQIxXToe/Aij5yaOW4mcopawwwbLbs5F38Y4pEMzh2zx+qrsgQEMtoc0nb2GfSMR4Q73
sH5dfWqjhF+GcTHoub7yS+/SYzt3toD9bbbcSput/1TNpI6hgPOZcZnUukkKavfLzPZc/q7Gmy9K
QWjkmWO5wFIX1/ARYVnHwxTIchhP4OAjEj+HluaqFaMG2JA4y/KBjBA7frbQhhGZWz0VTRQ7jMyA
EF/Bd1yTZnLnmzVXPd9NJypPDBbGS0TGV6nNABLXpoXqZLCG7i6vcti75VRUzBOduXuCN6gpFzIE
bbT6LDTIEeEEG0nv+nyo8gEvD6z+Q94WhjHoOrb0Jyy4CcFDZE/GHbNZ9BEFBZETpQABJ1fmX1GM
yK9JyocF8NpPOSa1lbXTqnP0c+UMYF3YqQXVlZ2lCX72eTAN6mLuzm3OUra2IasfqmiX4lgkPsvl
KCakaqkXkrjhw5v6BLmAH2INmO3RJUwIdSIglOkZqlI28KkNS2M3pN3gnCo/QYzdu+RlOm78mCUT
ifeTDftjhIRMTMR54ebjD5gPM8lbtE1ot8WGfUujyyFkW8y4CkOZfmzpdxCV3GZOt7er2VrQcyeE
GNDGjF+9qcYOXGA2x0Qs/S95ZqrbaQjaW0dbdHViO2UqRw+LHtMUzU9eOvEqB8RH2DjcOZ0tgy5z
5qQj0EiyU7rX0rZBzzVTT+TdgNTvpE2Ot2BxXQ/PjpN355QNGROZVrB4iinKQHg0JEVBekLARfFs
4YMXAfNXndjcXwQkLJ0SXRXSbDdnxXCT+bKYc4lOoS1CZh8N/0I2hxOu/5qUauyYLJGMVp66rkWo
r+zW3YMTgn2YzJKfhdCUBK2t31mPDj6HaJcqpU6hyuPLjqbvbSlwbWi2Cd5WIkKoD52Xy0d7DvqB
kxWgMKRlzloQoQ99XMpbWho0zKuabuW2EUW+801SRWelVLyaA11A2CbA1JKj2xP/iYUtGm4QZpUv
iG1ZQugsgaILFt3OJyWWGJrGGLE+so8Kq22ez+o7gnkAP6rB2tQlmRx2aThbAS2Kqtv2CeM8+j5F
cwDEVl42yeIDpAnm8iyX7vDiDj7BwNKRfIeaieZyWZZ8cEuf32kq3fFz45YpYFNNqjy7EccZNxiJ
WuhPrviKzonqv7JKehg6jm7Q1/DHNKsEAv1JlIgxqY9hTYeD+JGjO96Cb8AhGI4Sc6GfJr7eRAs9
TbI8fPi6SYHjBfKdzR7K9MHg7quCauRc+LmFhIS3gUC81vpilnRYA52R8vrjdIs70/d3VPrmmZGh
mfGyr9R8YSEXZc4b6eusd1nDpZh0uKva0v8hYC1cDwEuFwrgCk1Uy4dTybmDMJDm/j8D5JtHJFD9
VUKgy9cGOn+0HbyeZym3yd5Gw9G6D23hIvhEAIjzSM/+l3BJQAkPFv9uYVNB3Prstwj4Y2Fn8hJa
8X3QrNG/TuuZR4ju0PdN2+3Zi1Ott930WHRz/BK0Nd0u4eUapUkWm+JLK+zibrKE+OoYVAdm6CEj
ubKmbefgNLUyyXaqI5R34bbl90xPUNsJC645yiaM+Vmlh7O2b1yysSoKqVlQlWCatA904cwz0tQY
64QDazAcF6Q5uRiEAqc4kQhuauJbNaMWGMDtsLfHquaKVDzes9997Ixjs1j9pEB30B4f5yYsvveD
+dJ7dHtdOnHLfhnuKfujW5uv0R10hjG7SL0GcfgEiGXjxgHewYYog5rJKAqT1Vzo1TEhu2V/qaAy
QFnyiOhFpgSAPzGk6o6xjF+TKAjRjei2BDORsMFc0PZsGfVleBYHTIFCLs0dMgn/G5cd3WlFhBA1
cgk0u2rFU9N7yWuJ4sTCCdQH/mFgLMyYj6603mFJ7M8Sn7Y51YBFFlVEbxc5oeDRBgnKJ81Wq43Q
NOAYULEszXXKtqLZL+igp6OhvcEL5S2sy4vfD/1RqZnYGJnLW9tdeC6p9nju5TSvUCUvT7fKh6tJ
8zuI7HOrK5wfDOitGxmZlKa+GGh///xzQwLkhcQc1hnUFMsF6q7gM2gU+SrADtAQ9oPqPo57ACFu
Rwzdlulvc5ZZgjUjIZ2KVbRQPMYhKtGjChVym9ZD0N+mREBB8hwmNEcO/5pY3ycTFfCxjD07Z7Zg
uj+2A81D9I7orkCtkvEOQgdSXNTzt9MrQPVeSgcpSppmXxtENTtHps6FqF1W3UGbYCaiXWG8qC2f
qhXF1utE4lR76HqHqAoCJfPvbC/CqxKz5M5LJqKNIy/bpbjOt5QNjAK9hZbjZhLE725ya1o34tTM
NX3SIj3mgT20mxY/YbHHSma+jsUaAMRcwTy3c9h6B1lin90HNL1/IFS2Qa1F0n0eeZFZyqSpx2Mh
PXIG2CjE00NrezYjPFUQtGHVeESCUQz2t+7nzerghyzPdFPMMy8w3JKKrUi08Uw30XwNM4XHSfZ8
O6mfXSKJ8FUZ7kgH2ggcl/HDK7Ti1k6MfgLQNiChQiQzIDJ00bgQODec0VlehtE2T6MieHL9KCK7
rdUPNkz93dRPznPsKorLnKpLbFJ2dC9aTgVeLO2jXHK7+C5up+UahZV9Ny4rh0t0xapYx/CW3Lno
ZMONdkQNB8yKKJGaOY7vvD6Q6lx1OfjcuqleDDMj4J9rAGLSPDUlKuXGr7NvcqlBDmGE/EqH171i
BsD3N4F/UwCAbWz+tIu7sMYCbA4FNnB6ZSCTvH0xG96fJWRvR9whE8FNuZT9vczn5rxqiJpmyvkq
gRXA/41k4O+jAVDAc2lns7vHtMEPavKM70jWdLY+iSC2mv2/X/8x6dFa4yLj1UoQuO8qPU+3Cxww
0qLDhid8oM8yXOiIp3QTTA47So8NCBmp66fmqmgtANg5T0pDemtMm/nnX0AnnDeixFCI5CAt2+nW
JSUOeH6w7tzc3uEjNdol/0RPEy9+lgU8l3h9pdhObhlboGCmTnzN1mcFlT2uLEcQ2925S2pfuV6g
s6tu9qfwsEjtXDiASFysMgM3KAtr/hKcanygxm6espNqDPxXoAcOsoylZ2dsdyPBbFU88e//uwow
lAmBbGN+hq/lZ/W0RcMKjhuHHwsYNgMPAhUbgYQcl25EMdfHmngExyQ2B1uTKcEElhzS9ZxsASi7
MMIhA6roSy1OaDjR06NXsMCqoJWJqdMWB27bYUBeJ7aGRtestxgW6e5v/Z8FYcviI57ybsmqC1oE
Kr9Fnxak265HkbjF0mdnsFI8HZyC2O2ao3RXPeTIi3pcwoLFa154L1A6m+zZgrPUEpJBp3zTou7h
qUan+T1o+J6SHS9toAZDR45G31FIEc4aLmJLVg/XlrgJv+QsKlNcVvMk01NvOPamsbIi3llW2Xzi
GXJpbJYTue+TmXo6U2GDCkW5tJK2tg6ih65dKYJB10XnVVIkWCPcVmANTTLcHLVtw0JrHXTRRFYU
IPJjmWCf3SAMtLsnhx2Iv6cs8hhh1i5KKY/ANEBX3mCe//0NGxrx7cG0UdafhiIjnJvAecBB7FeD
V6aUgzrSCWImLFQLhSNxDOmc0u/8rYiFQMTSTxiDwAs6/iFVgbMjx6eo7tgvhN7RJXsNc8KY56/K
pcnJmj/P+dZeZlquztiJx4jEi/phQp0TnrOz5/HTzcQcBlFU9tyqgEc+ofNS7HIvC1ENpaN9g84i
NOwTY1gCNBdNy4SQkPBT0E9FcGonqT5T5fsvWU2WCPhQFGTYa1Y1L9kY91bFszdGxXOU2BOfEHM9
jBqjB2zrlFYEAcZ5dB+lTLFxmnWolbofdhP8g32QFdFx+FgfOjF9+ti299Y4qBUSa1tghvRW8KwN
P/ZX42BU4EYrVzZ2ySwY0/Jgl7sST+xlgcoi2s7JPDXb1Anbm4+Pa7/1ReJ5YA+j2QPyifeleuNY
rJpuIKYUXrOWJcsIBbamjk27uuLN8vmsWHVAkgwgKJpx/657BUgL1sM5AA0rSPZ1lB6OiGfVS7a6
9UctKcy9vCMGMOt8g4ZhXfNANjoXbFkgxDIl5aeYkVytg2fx2DclazT5w9Ptx1f3510FvOMq6aP9
CYTvEGL2612tC49HmUp62+UN32QnoGgX5oQoFEgAvSDvxa0zX+w/PqqU/LW/ukD5MVXgsv9G1ehr
phm/Hzazlk6h3qFJmQ6GoVJRqScI07xmeA74LDT2T/UtwCmqClJxK9iuvoX9yeU1RdvLJunjM1qx
O29OSNsOPKEVHuzKNWXt1/swEPC49mto6WO2vciZ/RMZyhQ7pbS7tarKuqpLWgNba0SX8/Gh/8AP
8UQLpbUjFQ5csEa/H1rGlt8HKDW2xhujr2yeKtzMVLARm+GUX/3fsvXnMVdwVPS9vP33yv6NeHv9
JSfvN/zU/48pfaup+f9OsWJHa74UAMP/F2K1/oF/GVZKEtHH6hPgGQaHbfu/Uq/RCSklhCR/kp4p
S9P/RPR54r8Y17J6kMan+NPyfxlWTvBfnuuwlPlaKGVDxfpPGFZvFikB6RqMFro8zM7rSvnm+VUI
KuKgcEDe0zrDLmtgunWo156CUnVnv9yU/3l2foVYvXlXOJbnslIE1D6a+yDfLIipE5ms65Bvo47W
X/s+b/Em5a7eEQhNXoUDcHiFWCwJgVYmu/p/ODi8LofbLF0mv7+/LUKj8sM4hhJFW/jPrKxiAFkD
lkCZugPJSjnlh0R7jjBOPz7yGuj46xrx73Xz5fG07aMzfPuiqnawaqskVqBSZPQyT04IOiBzGDX8
eD2NBO0BPdbFRRvV8XHO2RhHmWefka7jbvscDdffTujNKvrvCQXCk8LmdnBmv98LSzYik5GPO404
lUujCZBZUqejBKfaD5e6/MEGrPFx5fYt+eZZdrAxRtz5wpWXf7k3623/Zf1cT8VDvIKFjIzKwH67
fi6hbMisL+nxz1Z6lcLfg0gd18GZK1C/bXo0n7fW2PrxwYLA80+Av+QHVCAwfuAX6El5xMxeurEE
4UJjnc3oX87vjeP/5/n5FBDg4uT6xq3//y/YgQn6RLvKYva1Pyb3WgzTflnDzNgIOvumWAUf7dxc
KNMUzEKtZFdHZXv9l5N45/fyAsl+R2vfXxeL30/Ct2InDkM/ZcjaTDd1UgGQXRqDS7ZF7m1qbzc7
EVK5OQKrmcUZuJHJLYYvnmv83cfn8ud6AbpfQd13leDJ0axLv94PZmJ9UFDR7osWgnqDxhMctNcB
JsX79fGh3nzfft76Xw7lvLnqKqQ8qxGrQyOvmazOntWfY4EJPzv5PN/2RnqHjw/4zrO43l2WarI6
A28NPfj12si5SS0s3PSt4kCA96yLC60L9ZdVcP0sv3nieVG08DylXJb2N0cpnNy2REf6Vz1WIdFS
ij30wrZCo0cnN5uonkx7f/nV5Ds/GwcN2NWsS5BUb+5lSkWWwJVNYRlht+oxwN+mLYsh/ufuM+Z2
wH8VDQdeALgJ/lIRNxzxMo2Z8G7pXdhHJpButLH7AGniMLXlX96zP89vDXFYP4NUMwRxvLkprFOm
TvoS41PZkcfKwHaHrWk8qprOxse/8p+PFXm0kCR9SifJvuDNF48wpA6Ht15/ZWiKVoW/MuTEHrG9
DruFrchf9gHvXZqGY6RAo3CNzvr//7KC5KifWgpanFMavmIBr/UY9rgl3Qrh68eX9t6hgJKQIsWT
xY18cxd7GilsCCKz99f+jG4qs1NpbA7TasX6+FDyz8eY0t/H3UCBoiQhwr9fVqZbDyl3zduZ0X/Z
5tqazxkUTs4mMOsgd6xI8WLOqq5l2cyXfaarqwhLLplaYfCjzmX/Kel1cFsn8/hiWnLWS6sjcZwI
JXX+8bm+d6qukA4be2EzpH/zuUMAQfAItliyxSXaezoKG9njQWN5UzvhduJARPn4lxv0/kG5QWzM
BT/9m4VyyfJQluAJ9klbttiQmYfdsTf2T421FD+qmUCATCnr68eX+t4TgOj1/xzVf/Oe17jcGH71
2T4OOk0I23BnYuOerAXs3sdH+nOxZEGxHdYSdGpc5JtnzXfnDPM816fKVPMRDPQV8Tv+xcdHeWfh
+v0wb27jiOqwkX6T7WmgmfN4Ta2IVJScZCRARKu07/ALI0WbfSQ7lRPSDkzYCaJJ1hnxKHC076wJ
k1aJFuDSGdEufHyC760mrrb5JsIFcsAp/f4aDF7iz0NcZvuB4vak+inaV53vMjMMyk/jaIenj4+3
Bnq/+XxwQxzXUR5vOXyANw9zKUAKLYXM9lj5vK+dCMT3efDIQx6mznHp7AcjI8e4uGXG7t/5ne5X
gWaiZ5TUGYkhsR2KL5iuUXi6iXbav3xp3rsf+L/XFB3+k3rl9/sxRgGPWkwYKM3P8WFGOUyiNOK9
Zxbb7KJwGVh+fEPeec8oY8ExsbTSanlb1/c4n73RI4EsjRCWb8lHsY9EkGWfOo//1qXB2t0ZiuDu
48Ouz93vX3FfSsKKpJZcJtOY368zi6Uc57wj9JSHbuNbM1D8yS4PovHLG0cm/mZhDAEIKMLZF3ny
L4/BO+85h2cv8XNZ02+LCLue67zNy3xvM4/YuYFodjkzQdTK8/SXhey9Q9loiBy19hn+aLk4JXUx
4Bg+zR7RfS2ZA4jpEKXl1YjQ7+O7+t6PqbTH50TZGqrY+vD/8q30euTvzHiBvoUYZn3UCofMaGe3
sHPYgeaYjn0/Ov/5BdLD4hNN7P0q7XhzUMZWS8hIJNrHTR/ftxhLIdUuaLgytCAfX9/69L95alwJ
KM0JPO27rn6zWmQoYORoR9GeGRjeYYQHKHzsfufEMU4Hdjm7BN83yp3sx39+YOBlP+seMpadPx/X
EdKJsnY2ZIAXI+P2pYhtJocUQRuk0CA/aUk+rdXv37ZQ76wIVAoYRRSbPKK13txeozVqFaQSe0sH
8Y2pox9Lm7gHXODotEo17j++0vcOx9FoarAaUMq/ucVss9mjhBKjE735qwhAz6dsWSoMdoXBWRTa
f7mz7x4voMFM0Cifgbe7lNq1amXT3dtVU9deFnysmFtSXUYDQRQi7/6yF/zzCcL4yushONj6e66n
88sbkiJlGuIVj7nAgVx3v915x1xvT2J6f7RiXNSxeIBmWf/lttrvHhhsOsFtNklpQv1+4IQww4nU
oHjfytSG52jy/iabKnc6ohcK7kocDAUOEN5qpLEWikC6oHN2UXnudOallIBoukR8YaMGQjAfi+ab
QQeK5VClwbPHeOOmx0AJ8N/RWKnnqJuZMddYPfGoOeKWvOt2opOOBnCXREp8lggM/G0dzz4Bt0Gk
/7ISvVN4BE6AR48l1rE9ms6/X2+je8cuFmJuIPWZLQ7far8OlHdmmlLy1GQIC7kb9oUQuOtmiD6Z
D2IdxZo5EFojAYLkMzEs0t1bNj7fjx/yt31w6ljOjWd8bYMHrJhvzs5OxjQZgxhLOZEa285Z7PsS
3/I2s4ldFZL8Ckk8/aYzAaOuceyPzJIskLpu8Je22p9fh8Cln0czCbZkYL/dWOaIbXQMPWrvytHb
RhN2j65corN8qPRfvnnv/SQu6Ee2zBScDj2Z33+SNoC5JgcZ7dt5gIguiWI/HzA/7RLC4uUmsLv0
yWknEaDTj4ZXy4phzWL6RF/kLv65W3fg65ZcMN4EaEoiEJqIj3+XP79fNHjppnqEC2Dl8t68JMMC
8LDqonhvUn6WEo00Vt6kuawcSLk2OdcbhuV/qwXePeh6V6jG/5uz81qS21i29hMhAqbgbrvRZoZ2
S5ShbhCkNgXvPZ7+fMXzx38GmIpGjC6kG0ZMdhWqstKsXIv21r7PBJxq1MUURpeBnilCIRq66Rki
gVBdrGX2J7AEyqqFe/Tlpd/evmWymP1/Znd+HcpfsI1xhpNLp/Qp9yxJj10u17fvqCUMYjuDF5NE
bfvNI2FWMSifGF49y3lCnaBF/R1ZAy+MIdZOS1C4s/7/5Dg2TY6XhWpDpkn7tdFpMiEzJcPx9pef
eRS4qJl8vxgl/dq8jLKzBT1n4Nja+ouP/NrVk6F9Vgp8QQUYloqGe3Tc5WF5/SMoz4OKJLDVd3fc
r0MSF/kjqqSwPgnGde8u9M8fnbzv/8OnHf9w2wkpajzNUw81/xMsoBUMmHBlMLFpfrDtBeWpx5/j
ddjr8+jowiXgZuh//7oaDhlm61I4IhCvL93cwvbpuzBRwrYDv2jdv+/TgimgZPIuA2XZ4LF5RSkd
+8At8Hk8gtSut8dhQDsW5jvsd04DEokE+1rASvveb9F+YxZxflct04wkDzI43zvPsRgn7dw2WMNY
UGCorYPnWOX+aMARZ1gGQHt355LAPDRjw7g9vexkuRvjMF3nyPvdi+AXf7x05c7Tcf1ZmbR4l7Yr
J8MrLFDnXIQsYwyhFeLrSCXtVjO+ALcM0lKIaE3W3SiN+GM4zubXx/YV7z9dIt9DeoQFm+Z+pVZS
M2dB4CGRehKL8cMqy+HL3E4IUddx+mQ6iItPbRt9e2xY5WdsIBmS/NczSHm2Cy/WeHanlS3O9RpU
F1DUd0BmxcHJktu3v2z04pCBkl06zzS3VpyKdpVnIKA01KV+SfRyOsed3QZ+5UZfwN8VB4UNldO2
5U2ikE7XWJf//iKOY77USEbw7gANzeXZXluG38uwgcm6pkn9G7ENvJVFCh768W6q7DrsouXoNjRv
+92cwQowpqolTNQtyY2Bgu8xwwyfnCn5x9IS49441j+PLaoODq8EzXrKhdjdeXBw+6EXEfJfWqEn
gb82PTEq0/oBUCTnD8NhoI7ZY/9zV7SHl0Z1PcEKsFzkhT17/x4nrldmrp8lENyA2B6Kygrgz0Io
DKjWgSdQHaCXpnbPYVnmUJcNjD1pHhRmntPCVWjB5toXpeSCdJ2DA6v8kKQywA6IOFx9dy0osmhI
SjTJBeYU79yunvehDk2ocmcIKZJMh7Zzyafb42+p2k9M0Rsh9OQI7dyv6LpuCk0WuYqITibjkwzP
e9aVHH06OKiqa49bxadawjc8e7efqEdkPmETjUFKbFczojO51FF6ebygnz2d/b130YQibMO5UQfY
3sOsz0Dus4UXt0ja58VE95zONQ00LWnqe+5F75EKar8azPf84orKuKKa2P/TN+twM7umuRMEToE1
SmkDzaA/ZYagUiy0PcFN1wcuWPXJ6QPSqXdNOWy2iy5d5rrgy29SBtwQ3NGa0g7q1rYu4E1RxK2r
9SYKx/r1YIcUsRDQABO0DxUv7tGupLzMSLBlbZtcCnSP3pvm8IfVJ+vvS8iUibZwwuGWyO+tAf+D
t/awI5nTQZNYsW5a1YAGBPPKFo3Q7TfSuj5nvJb+uZmUKB4xMww+s03uvqVB0CDcBH3Waj7YbFWK
RZHGpMIGWAEIlvxVLzx0Z1U2w8VkG/Xooe3EGFIVjKCeIM8pe7pTKHyA8iyYK+/Hj5qBsMlpbZL0
mtCqtQ4ug+Le8Vtg2aeqii/bZz6MYhZzEcEhWjqRfgVPtkA0y2A/aPTxoF0lD/zuQtCjEhJjRZvw
lc5YFOWwPqJ/czH6zBDPCOXEXy3GR41LQ4/lBnl99gOej+4WR75fnKeybZ8enzjV56YEyIcjxBPg
m7YbP4s66ucBSmpaT+IdUFULyOLAfGtk/NNoNtIx8ThcH9tUeG859cL7RFJjvoJoGICwtTTO6NYY
SXaz0mh80pLBe0L5Lb+jQR3//tie4lH0ef11z5Qvo7evprhMsNQAf7EHfuESVUl5dXpDO8dB9/dQ
i/k9s5XlwYuhOES8FVwgymIE0f7uQEvyBGjeaKXwGEOBISb7Bv9rcrVmO/vP4+W92k4SFp0Hnw63
7ZqkUdtP2NBnW8nis0uqoXREhtbdmENo7qXQkPqBafNgaa8vK0eVh8kgQPTBXe7DN2RAzKJBezmI
xQDDtAFlQKj5EI3Vetb8yjQVY+bgQy+RMxrXbChRbkj94oLKXH5wfxRLp5FtAoukLUTDceesuslu
RsD5WlDpa30WeldemvzKzJ5XtcX18Ta/eiPlqkEf+jzGlIK83U1JGRd1Ix1bBSLQzM8B13bOS11D
v/LYkHJR4Jd+GrLg2th+z6hnBtPQey1IM8RAmaCHcayEaSg04Mhihiw7P7b3+lkmw+Gockh9EBmU
G7cGKx2S+oWebSCGtr7ZDAcHLaRP6Frb8Y+mo4Obmql4N+vz/BXcWP9JxLP4Wui1fY260by6Jax3
dZRE96bxyq/AVdv3WaVVP8axHQ4O+6u7LH8rARHtcDpB5t5f+dGc+2GdaEGYzOWzqVnx93XUh68G
FEDIcttt+7VaIIvw2kI72KdXV1qatnQ6j3hrkiRzu012wcRh6dGw0Hu0Nce0Mb9AtGBfWz89eg8V
Zw20IRGZ6dMFovCzNTWvPtRTQpOd1CV6HvIUSWRDS35//OFVVuhm/ezluTJj2FpZQ0Y1SyuFviE0
qyeSheEdWk9HvXmFFZpMNGBMwP6cLvkGvnjaIS6yKgrM0BcVwnrXNKV/Mkf7qICjsvKzakXWrvNy
79bCUJzHt0Ey2I96786oVApnX9ke5B2KI0BqRX7sk52znJ0VbdAGali97FklxVMU99Z1tIGGt/Vg
HHiBV6Yoh4NflF0OG0SDtzPl1K5XUBOygwjI/GUWFoq4UIJQhiuivx+fA/mnNlGIQ42J+6RTRbVo
me1MTaLWuzyaMNWmxnNriPDSMtlIQG7Avxh38acltL8UU28Gjw0r1oieEQkO6T6XWuxerraHhT0F
FokItpd8ykvEB0Q9eAygm95BnKMw5RBg2WT/3Czi+u0prCOY0qIOEiAbgsJz2o9VTSNwcd8xT5Mt
l8frUmwo/T0af0D3PBuvsTU2Okw62fGEONhc9sxopt78rmWQTnJydu63oezqP+yI6dpB5FH+VjeF
ahJlI52xJJA2r7AiWQhXTmFkUOX23l9JSNGyiJDa8dCseKsvxhIithT2eISdV7EjstViwkEBBp1N
mOUYxoU9Aar0X8SwRt6ZiQDxLAofohzoHL4+3mLV95QSWAC9LINkRf77C6+SMAgA9acDgVVBAlAw
1XKxxh7WJCM+wvO9ci0sEzCZ79DZpy/vW1tTIcBTq8xDP+gm6PGgFGRmXXO6gwW9evVliwnYKRy0
5B0IcG2teLMRTQVgD1SWivLZQcQYQRsL3orONO/RzBz4mzfQJegHRayT8Jt7ZJ4NoqBF9sgLigQm
Lxcujwvdcu3uV7V98M6olgbiHpQcXeLXSDnIvsxYh1g90Kg1P/fMxt9TmrXQKZjE7IGY+jG5P17d
T3j7zqeRvcvmKXUij2hzu52QD5Hb4VcDt6ccdBqXCnIi6DmMS7VE4y/M8U/IROYLWqWNBelqWGje
swZnBCRrGZOdDqxizKclvz3+XYpjy8/ygS6RFNDs3LmhUWutjvV7POxx+ZfOEw+VVDQuNwYZ189v
tgUGQO47tWQTm9stsCsRLnMZ+XTsKnAHUEdAIsvYToyS5fWxKYXDAyhF8EgGwidjSmJzG9vYDSOG
2byAcffiGqdM8OLDjers6WV2jq12/N0b1v90flH9eGxZsaFY5tUycQLS124tDwzW1t7CIte0hzsG
Ds87pHfmyc7G5uhMyQ3bnSlPJx7n05Ewe/tVZqnH7JkcYfULQJaN6IynVhQTVEnCeHK8prgyHRre
GgEY03TTBc0BUb79HfNImyUGAq+E6Pp2velqMJbL3GIA7RVULusknlGoQJqoHMWfj7dW9VGBz1Cn
I89zAGtvTUWTP8Hi13iBKaSwdLJ454Hu8zUUEILraWqT25olal4ZQ7KPTau+KpxNjO8Y8prsB2Va
KP6oGrdeEBb1j2J1p1tkYZlGy3pQ7lJaIvIBLgz4gBLodpGN8BvkytGCFcgon1aHRuOYVd+dafIP
vtxrLwgKwJDVXNwtAMZdUDABzJtplDG0WgAgrBIoMu2pRSI+R9+6h/nmwN7rlWFPuGBlyI19aqbb
lTHEmy01NHtBP3U/2tDL7+OQfJobMd/e+rHIfOk2CHaRko65c7UV+Z7d12iqGyBh7nqETy1BaiBl
c/SQqJaE+6QjxmXX6TRsl1QuvjVPueEAiDEgv09s+x41xSzrYtq/WBRvFim/S7jo73uvqYG2GqR2
ThCPOckeIH7gjWj0JT06Im/fPwJS+SDwHlPE2a6KoSxZF62dwArTGEV1qCpmDSmoMTady5tNMVRA
NmYSDNMO252JWkOZzUD2J7Ab+gmnYQiNe22WFbJu9vT9sS3FeZdFNzr6cllA0rbLGvTQ7pgRcoJ6
dP8EOjt/GiNjCFak2Ghow+722NzrKA10KFg/1iVbl/bubORuGTWlMSHsi2LfJYU04ZK6aIQ9tqJc
FI28n8gsbtZuUT4p7EIJGgGbhKZl0YUSc9J2TyFConfGIOhlPDYoU6DtmyNBr/9ncLcsRmIYkhec
QyNbEFwVmnehyIF6Qb+Kj8lkJZfOL+uDvZQ3dm8UCITLdA5vK6OR20+3wkQ7tz57OZSF8wGWDe3S
iyW/e3OcXHOKqecGRsEnppDgoi2X6ffHa1ZtMoOa1D0IJXRzjzImDYQbNxFOoM1reJ4MBAAQfyyu
kNCOdzC/xlthVbzmlse8DoUDsmBn75mrkZsH3Spj4K39NQ17Dc7UZrKfPQicjqp78oS82lufQVCH
2QimunYnqCFBzayOxc1lTk9niuan3K2WOzDK9K1tb9bFnXDpoTksT9855tIdpiJeGyeY9KRn+og5
dQKGLtBzr/2FBzz9nDfVv3jm5PiNfHh4dyiXbs9Oz/g7QrnckGZBgYteUR/4c4Rm+9yiitGn+tu9
J9kfVRIaipRl9lGu8PDNJoy4Qd2jnj06bgP2EXk/X6/ig3z3deFbbqgcnKIATHVm72NKq8mpi3JQ
HKH5SEobQ46+x7iGzwJI80fXbbTfkG2y4XDtqvtstP2lTRxxW8gwDpatcnccHn4O4DePoGK7zeSr
WTiOFstGjZSOrT0FlRtbB9GRyvvY3AmJeyRt8Xc3A73XGLTEaEMTHcHc4sBAlsXWeBLlMl6d0B6D
Lindg6dXPkL7G0LphMoF0TaV/d0JEo3XAvN3yOXrubhBoQ9CfZqd65rSs+mRVQyibByf/Dg7crYq
xyMzCRekHajEfc8XBrw1bxvkhG0vLj5ladnAM7ck1G3oMsMA5FBlzA4cvOpDkqLS9CVXczhg2w9Z
iUUrOmtB78JaoutiogUPGZJ+MJWl8jovrey8TggyO4HGjhJfqQ/IjHQo9I3IqiURuu6PvbfKFOV5
gAQEGib9ve2CJqvRvTUxbMrkFlgwHb6xmN7Apazt5PLY1GvoIPvFRDNZJ/7NM/bAnnXO88jrdTtA
tnfQg3nOTO8U2SGcKchnpE9pFpu3Arac/BwKqsGhM4HcgN5uPli06ivSCGPeXhIF8GJvF52UFnyj
BiVU22JkYux790NceOsfj9erepdliEjzFJg0oenWClRMYeTrkRNUfW2KUz5CocyY3QS5G4RE8Vk0
8fAdUmJYwSBWQ+0cgqbqIAJSuQTiAjnUz4i9v5/R5l3M62zNnCD3tTIo+3mF72hEiR3gVX3r0Or+
x3ZKqzi4JqqrCU7ofykNwCPvNthKbZiu0avnG8NL1NJYOhuxj76aO1qoE5shZPWPN1tlEWgauGKd
9xMIyHazy8qcIT5Cq7CsdOdzp0sdzAo/HokhvPQJo58HBlVnSMKKmSKDP570d2sQbtZwgKfbCUhz
UZoWUfVx8ufwr8fLUl1PCIMd8ETgl/mGWytNHsEjb/FeAmq0YAKMvMuYF8UZhVL/y2NTqh2kYukD
WmdkiDh2awoOz8IaJxy5E8NPiI6KyRwuzCxeDYK/nYvl4E18DVjFHbw0aG4NVggULEyf2UHfwFdm
eA2EnoOAiXPw8nPTNP5Z+FN21Y3O+9DU2V8eBPAXB2bUs4NW88Ezpvo1vM8U4kHSUNx1drfVabW2
9B2SrRVpzb8QMIUgWGtrbTonml38qCZrzS+xE2WMXGVGAWW6mRQoYiTwcK6lVs/oZfbdm9EtNHhA
9xDVyxgUcvHdHnXWYCBnizoPo42XuacW2rfO+2Wu3APvrDjPG0u7C9SguxY6LZYMzfgDMvXyNq+a
c5CqKI4zRghRZDuYBe1eG2OBpszKZxKy1s7vol0IN3MkEKBpPgq5lKbAN5oMGZNF77mtVrusxmHQ
+Z5lCpc8XZbnOmu+rCjSHoRdiouDg6e1Al0HHmGff02pXzE5T0XAhZ3tigQ4mvbA3u6eh7iKZafp
gT2FTweOQ4sDP0drXey+1JBqXo1CN4mCy9BNArfleYH86h5DIRmf8yrLfnP1GOT9m/0Djk6WVHnR
eL13ZmEg7t25JJy2qxUVJ8tZPlOeILnMVsSFkHI6uJGK55N2I617WdHx6JFtj37aLG0popXUy0hR
gdCq9WK3A0Q83AjUPMqhuLXR4qEnjfJ6DPvJgX3lNr+wLw/Yi55VOg59veIQkbYRK8KLWnZB28R7
7ltA/RZY8jNssEdDBIpomrYuUxVEJ7Qd9jGDp0dzKebcDaBgrO+x65rnrNLBEzR+fJc83k+WkdXn
akBf6vHnVS2XmIg4HlfDAyD//cVyl7Rucxe3EjAcHt94iZC3GdBZSpaq/bhmQ3MfiubNuCvcG+EJ
BTP6n3zsnXsDwJHxSHNJU4/CIMlCEfQ5ItM40iMGE5U/oETCwAhH2CSd364P5k1YWRfqnnCEMoGM
VvV5gb/nOuqHVGwqh/DS1M7LLaNjjHbuEvitbKXXpMY9N0LjtNQC9l8CoevjT/d6+kvCANisn88p
VdBdLOJGsdZRuyO9DEPtRzM54tnPWv/iNiHVmHCNC/jp2w5KunQZx3eVpTH3lS1JBNn6BDV1Ito/
sgiNDWtI11+tCYq6x79Q8bhwrHSLWjAFG+YUt5vvWQvyv6vhotkQDu+JjP+eIvRQHhtRfGGeFZ7w
n1UoavZbI0JvhtqdBjcIJ+b7kBBNb3OG+nGduEfDyq+pBiiUvrS1y3rROJ79IYRdyFlaF0b4dnUN
uCHL5W8z9rsfSTP3xieGBtziAsY++4qAN5TZddQgdp7FDkgxl/aCeynmwUNuU3PaN7+0koeIZhB1
ah7AvSNBOVYfQlAxAUrQKENqLaocbWJc4qnxDrLV1x+X7IIXiZEnqjrE/Nt9R5U9070UAflRs82P
U+qsT7UP0+7jr/vaM1JlJmqQ2b4MVHbhqeb0VrxqKYkqQdrVm+vqiWiMuk6Wzwtjj3X5pZsmKzDp
OLwVR0T6RAZH+EVrllbi7nq1PXMqdPLsIOx5CSBfreEmQs1i6fMseLzK12cYUzTLcP9kbSQX270M
mzBHxLqxA9cv8w9ZnOr3FU5vWO+13/+FJTIKObIklWd2z7nEY8/wr/DVfNii0RqUhEsdYS1EpufH
pl4/Lfx94iNiBiKWV4MEsOQDI89DEbhhmd6jLvmKP+uv7pymRPzZdMqb7Gh64bUP3tgUu28G0Tqc
Hh02J1sbA91DJBL4fXNO5jq+JtlUHKxRdQlerHF/PKH47yd6OdiDz+6yuuhiRbHlH9xq5ap4pWWl
nbxzz063wltplcjDBcY4ZWdktDzGr0fnVGXrfNdgz749/nJKe9RqmG0jrmXCbnscEZR2RmiZRAA7
MxQBS+ddPRMeo6agghnZSAM8tqe85LQlqckQY4LG3tobesQVqZNyUjKvuOo2EjZhvMyfmDGPz6Y5
eGdNc/Kb2VrpweOhWqkc3yTmogP2KjNx2i6d0J8RgZ310b1NZ/JQOOrv7ay3T8aifX28UEUtjNlV
WuY82XgUkqHtSpt2NOGupRZmxlr4BNymeg7tfj2l6QQzFXTHlxDOwxNvt/bds8o/jUw/Kv2plgxo
VQ7MOJL9bOe3eUmX1nBn8u/azS6NnbrRKYERFh2FBdE4LTuC+aicG7VvQj466iQIuzUPtY94agNn
ydBx85Giik+9Uy8XqKe/Pd5e5dLYYKpBkn5onyI1iCUMTU0tA2Kx+qKPSXkaXYi+BmfO31WGGR2c
HkWvAWvk6R6VTdOG72L7OS2znScoraXfltCsCDntokD3L47QfTf9pH7Ktcg5G8skPkF41kHjD+0y
7NT+wQMiDW3L8fwQ6l+yYKQD0JJ+6kUYbwIORUSC0nEK9pkUNOJ/vW4EYyMBPrAqu3emd7T+wKz6
PMviridb/sCTt3bzbMizyBz4tm3vU0huO/OXyUYbp6dM8rc1aNp/7QWehdxNxGcTGcvbPGkoMzz+
7soTBrpBjsbBuLCfxHWSzprXqKbu6EMsXlRZ/DXMh18jxPyu/8KSLC8ApPKYZth9cCZUqQaEhCNF
71m/hMvgvx+E1j2tFDgO9la1KIJ6eUMpN9It325tozvRosGOH5iLWO6oKlhIn6btdUnyo5daaUp6
X0CiBOr7ufoIHu5uSvBKKVnYOWay+s81y9IgdMbk78cbKA/i/qBKAAqxB8AXqH63q8rz3mtX2xAo
V/jtN3NIeF9EfDQKqnAE0OqAdgUOCu3fHhWFLHRvDPTkg3SK24sztO5XZHjG95pj/tIP0XKwKMX+
QQclkbwMpFGx3X0qM5/m0dCECPKlZiAsc9yAa+h906oB5pbHG6i0xRAIgF5MviKEYuB0EkWZcCyY
A2Fm2XSfe1t8t/w1++2xJcWrzHtM+kaCLpGJu0/Vl/QPXZdYKh9qS1wH24r+4xhRJrV41hYZncJD
zh1BiGdme6eD06/yLAJ4tqzK8hlp5m4PSmdnZt0txAST7qbXKRXthy5Bv0bztP5LnuVQKrhph1AL
fukZXdj6wmB69sfjLVBttrwUnCJ4k+ivbn/EXIWL185Ey70meh3Fj6R+Tj2GTEAh1N2Bb1EdWsm1
+r/VPeqkW2M0ps1JDwtSncwnzErpLZwme+qv7TCOWWCvjbb8i8P00qQ8Ai+ejTleRq9H7DHwxdg/
dUaBkKkRe59CIzmix1SeJib84K91yU33uEwLObM4b0gX56qETJV0q7nNzCld7MxzUXboney3cHbb
3zVnMg7CLpVtmAw82SCSD/ZumXQ4pqrBYQRVkRjvfR+2lMg0irPvtBaiLc50Qf3wWxLV+cEnVZ0f
Dg9PE31Wqmv+bn/Xfh2pz4qgbF395iZxjjCaJW7VvKyXtx9VBssZDfs5kuzsfFApYD1ZHcrRTtX/
t3Qz+3Ph5N2NwRf7YFGqcyoMiuuE6j7EsbscS6O2DQNe5QQFzjUYu1F8HueWKcZFl4w77vfHC1MF
WSBkaPQz503rdl/gmYEOpwiqO4HXhPG3HLf3FDdoL82hWX73KdZ+WZjSCzTEXYJEm+z/FAut46xK
jvQrFOUfpm9xh7LkLxe/cweJP5qD0xJfemQLJ63Vlvd1BXx9bY2vdb3WlOad5F0j2uipDAF1+nqB
7J7j1NQ4MxjCIqR1Dds6wiZKx7B7U3GRTCMwhAS4bj+IFla2PYQTz3emwbYCSMRFmS2yTl1EzDDO
DKdBQXlEwa14yDdGd96qzqE9DKnxylmd8Vy5ZncLQZ4fPAOqsyZRPJYBvAX8kPwVLxxUEfphMk2J
EyS1+TuyZvZt7cEJ2Hr63kBY/D+Pj5q8jvuNpF4hK+EYpLyztbZo5sSInOEEeogwqY7C96ktnOlj
YowISOv1fInSST9ZMbW/KSySz4/Nq7yFjWyFBWaIWY89GNj209EFPwMqK4HCMuwS1HtbMzrbCZLo
/8YUMAgg48Qt+3xhhemrExKkW1fxfIdMvbyQ8TefUkMcBefKT8hUCRUnZFGoFG431Q6zuoBzlF72
lNDQKSPzUzNMRgBRH/RRdXWE1VHu4gt7u4MJfWPdTTDUB36t5deV6ZMzKdyKDph31LZRLo3OuaRd
ouO4z348b0nmjoJeEEEC8o46RT6f0qbOIyS2mvGDLZI3U4/CdUAxjUk83BAjM3LxL+6DU1Cwi3tK
/sx2u+diSEw0KB0Ev9LwzaPUO1O779YgoD2wJJAO6+ScEmNAU7spx4MqsurKUWCi+04VmarI7oJ3
3Wi0KRcqsDS/kzTz3oAymOE/I4mq3+yYADCv/fBdlaz1N9Ofu/UgBFL+AAmGlHVemEh3r1kXhksH
ub0TQCTiTac0A3BhjaP/o6iEhhwE992xRu2qaVEeGF5yRAygOq5IcNAM4ymFk2f3plQCXmQCPOnh
hnJBra0uppMXe9av85qk4fnxvVeuVk4asduwWewvI6OjeWmHWDM7Yz654TR8WqHWDOIe0ionSQqo
GrXovVsbyN7Z81GvRhWI0Smg1E3fioLQ7kzRDjTKwcadG35cpCd9Kr8Oeqr9athhfzUnPm42It/T
Fl134PCU+YSk+6fyRfIE/nx7c2YX8Xr0eXELxrD+PYq5v1KIr+5eNfr3Bha19y4aaQjGOh7YVEY+
qKbUR90M1aMpRQ740nxzZz8YZGkdg/ELzWVqWJ+aPIQfM0JP90jOROWXaHnC+SpJLRgv3a41T+EK
SXXw6Lbe/SPyzrjGdZ2e5lz0FyoVRzP3ylX9fEiAR9Kr2R9hxKaTsAcd2YkW/WsU1Z6ddTkqvaiO
rowAqLUx2E0wuF2UFnV+NqP6G6C7OFtnrW+XD6izM3G0QIaGzmdnRkinAxSzT6TIRhQMbj7/CzQj
zzN4d5o0UABB6bH9GZACI3tiUGkLjTX6U+elOY3TVD5rlZsHVTS7CI0M9VX3Kuskiry6W/UQHmDh
Vd/35W/YO009bZKsA72ZoGp509a4fW90hXnPBiM7oSns3R97DdUHxkO5jLQxp/RqWtkZZuG4ESVj
UVUou9u9efcRKfj1sRWVJ6TUAJcvYzbY2d3QKaZqScMRUT/UNv4O+0YUJ6/Ix+Tkj+F4hGtRuSJP
yFo8UzawGu320BjcfilX4lfNSlumTG3ffK6TKY/PXmwhw9QbCWMFpdOn0amHQPqoYqtcLXED9KQ4
AzgMt+dItNOYa11LacGevCtC78sdTcWUcYZ5ejMalCPLmAYLJf4CUbY1lU2LU670boLV1lHiNbLe
P7tI4gU9WM5LAjNrkC3F0QyF/Kv7YJoOEv7SpL/y6tA0JaRFhezcZk5ePVVO9qVi6uymQ8rwTpug
DywjburbjxBFOArBPwEm+/Z3JUhGfxbH4moePrSRvv5mjEl/Z+L00MmqLoUMaCm7WwZ1uP0HNBlz
i1wYx/I2ra4VtDofJqOKDq6e6pjKjA0slCSX3a9ozFsxQChsB3FlWv/YZVdOQQv5/G1JShEwV5g8
93CvARfKp4PJFNUJxdUCsuc/Lt7usRZDZMY2g2/BPMSobMe5eQrZjeeojY7oR9SmOChEQHBs7fXA
fKMBtxdRBoZLrrgsbv+tm8PxAjFCfxAAKSyRTyIbBXc/L/HeybTTjKZUBt7THVCVhysmfB4nz85P
whms25tPI7zrdL+ZBKZ4uHcxXWSMM1ogTtAvURL0wtAgafWWDzFS0gcHX/EiYAqME0eEPtt+FtcR
DERZKTWSqBq0HylqDyfLNOO/hrZxAdUWRwBVxWNMu0v6TzhvCavksX2Rh7jGlCW6g0sxKq/UPk2F
pn+pQ2jSTvnU1dNzmtS5d529VjC1uLr5SZun5c/H26u4gD+lkaiEgw4hA9v+Bi+PLIJlKj+DcNLf
Rn9YLx1jmj8eW1EdGAr7jHdSWKGlsHvv25XsFQ5EghsjRCWvn5K/m0GrTiFhyEEupDLFnBB1B3Jl
fNhuU/PK7xAfnEXg+XF7t7zG+VxGRDaOfsjupjTFi+DRNaSLta9kLTrV5ZkBscAd6/WC3nz8lA2M
cg9ulBwEK4rPJPsUPpTxXATQU9vP5DjtwDgpukKjlczXOMndW+JS1Xj8mRQXgGAM108HS7L+7NI4
MXhASuRrQ4rcXwxzqP/wxqn429e6756Z9AdFScX+SU4O/D5c+Cxq96laz83DitIqzCZd/QmtJHh4
/WG6mMZ0FKio9g/KEdnKQjMLednt/vH49Lax0lxKWtO4e804XJooEwf7p7YimMxFnxcQxs5K2GR9
TQtXEAlU5Z2QxHzvMTl3f/yVlNtG1w+IByMHpIHbtWR+j9paQz8lQmXtqiXjSnY/6h9GN/32dksM
vuDkeZ4hx9+tp9Tbqod1hsp7J8RHvVzM+7zEyTlz6HA+NqXwhXD5MIVLX5ixw70WYVGW9HI6IsnS
yI2TFdWoZodafNdi909Ly2NxQk9Fv7fDDL2w3RHPPrav2lTYBRmwxBfL1vR2U4mxGLwqic6ZA9Zv
jHD+VomK0mVsrcvvj02pTgk2kGBlUIjq4a5AqodlVhRQBgSiaTtJNr9ALdH4Zn6wJNWWvrRjbpeU
1ebUMAjHbV664auLvOXTungNE45pfm3ctb+NRW1fYq0KT/PUHUl7KHdU5joglKk7751Jn9bO1Hf4
/HUq8/cmOha/uvq6nOzQ+PJ4Q1WWkNCUYSSzJ6/o6uZ1pWuSmDTghiy7I4Xr/xJ3ZOmQ5joHe6qI
x1kPNCHEkhL6J7/tiyd79mevyjt6fTBO5P/1B6E/272efYsANDzDblZ8tGdr/BcXnqYE/VupUW3v
G2CIp3t5Cp1msKTIe8c9TZGxDPu7D9IgeLyV0uXu8g35vsjKCsSPHNHd+iyjbleLScmmn0lmsnDo
b0lV5e9iyw2vbW/Xn2GM1/7x9eyorKN6fHjdaAwBqmL0eGe6Nc161OKY3mZmMspY0fAp3TU78UZY
l04v24PAUrVUwjxqGXIIjeni7VK1xOkXh+Ac0L5pP40w+5zMOWyD0oo62Vs0T1Vftpck7ofL401W
OQCGG+mCSJ42+He3lkfmEZqVqxdgrzn78xwXJ90vmwPvrTJDLCtrdRTcXrF5NYVIk6KWffesEN8q
9BVudW4sB5GJ6kYQMkhOVroTrGi7mDZmkCQK4SNbRfO5KjL7VneFdnNrrQStbdfnNNSqgwuhXBnP
EecUsp5X0lp9bXWmSFgZXcE8mEymz8fV/+/jr6RaGI8RfG9wvFOP23+lSot9Okmwypg6LZdq6k+Q
dHZn4vPulORFfRqqZDjwL4qVycdPon0ZvH9F4AvxtV7pi8b4gz0M48lN9fpdOyfzASpbbUbCiQn5
QRTu1pbEEdLROfV6tAm0H/Vi578ZtXvUTVdaoWsM7ht3AmZhezTiwqIpkTG579aOdncibUlPzTCI
gxOoeOfg8ZZqfVTVgJPtFiOKsdLTgTac7abiY2lo30O4fKGtt55zEFmf+nb8S5/RdzBH76g+o3h6
4HSklyRp66Ei3C3RqAFFFGEkydci/13ZNTDKisyZT60xC/fgcCiNQccr57p4g/ad1Qa26lYkss1T
LP5nPezdi2kXtIv1oa7my+PjrzTGbvL1mNQlAtx+vLGLogWMpRtUTf0D59j8ivYoYgdrcjRdpDom
TLOyHgJagEI7S6LTSqgRQvoZRdNe4SSZ1tOCZtdRT1PBlGfhCWHOkMVvybiwXVI+6dTuGj6W3sJY
WS9m/H6sy+6SLO54zyvm94J8Wq2gcRI0FucxMj+PEPRfE2rz0bmd8oZhSAcW7+DxVisPMFhiCilI
vVBS2P4uA8Z/bR2Y8DF5Wv/K2nh4JkWuh1MzD+GV/fB8qGngojs1lp4lZycr6uYg/lZ9bkqMoGxk
JZdx9+1vqNKGcfesBW5BIvCB0f7hfdo687WdzMNYW+FZweHDmwIuk7rYPtY2EjscLAoaVG1j76nq
K+222EN7djhyf8AWOJ/NKOn+xXkmR5cgNCL5V1wbeup0rlYAKsw6Z/ndnFCu9Y18+KsgofkX95R6
NBU4D+02oFLbvWwBOeewR+MUTNi5T6EZuv9kZl6Ut6FpdXF9fHpU1weCXgZapYAOYISttRHJjDSK
OD0x4Ozsc+7VsFWLxl3+xZgGCSdcDACIOCB7jzBA/6KRQTEjttaf3Nbw/m6g9/nn8Wrkr90FoKic
MacE96CsP+9WE/WO34YhPk6nFvwOKnvjc8g44DlOzAHh8Dk5ypJUB19QV5T1B2o1e54r9JsjH9Ag
5Ad+61ytAhhdmvXDdSjDI/pxpSlKOATWsqC/R9DRmh4NlDSY4NYQHet6K7u3YzNeKi8+QjOpXAoN
6v9vanedrVa4Vdv4kLpZzCf0Dn0KZ+6/9qhpwug8+6dpNdZLLNr/4ey8duRGlm79RATozS1NVTu1
1PLSDTEazab3nk9/vuyDH+hiEUVIwkBzMcBEZTIzMsxaK3q3SK36oFeydyQB66GFBh4Qh7tJpqs+
NVSDdpevd7rxksE4ORVT0R9EgXvbSS5GqETpkk8o3MzbXCwnh55SsBXZErV3S7gwdh2I4hNy4tPp
9qncfTogFQsS3WtKK5KJN7bSqAIz30SgiholNO7bnCzWU+WxdVwJUU5kV5sI/zxHlI+fzTVicgqj
NarGNRdT+QGifz6rZTP9nnpdqg5+3N5uw2kHDACviQxq8607SEy5oom6v17UX5YKjAcg378AzTDA
gxIaUCeRH2qXOxDFdWhnCsz5oVXCwNK7fyq5ke4iZf0b9ykokQSOIJAoj19aIiKfjUkFGon+MKMs
zKJF4CCXFQaTZtSQDhQBdk8RpTpFQViLrEz89zdfVh3LuVYyITtnNPFPhzLhXZrL6ucszM2D0vTe
uyfkTqgcIECAtOqlKRleRdwXAiUDkzRQyXj90p6oT6tL5E7WND9IZix9uX10xf9061B5iGAOk00I
pNqlUWUpYx0iDXex7eOn2agtF9dal27jdLJfd+MRKm7XINEIidMrRGSzoSEDFuyimtG0Y5g6AiCK
86uxIPaMnRZ/iyvtqEG0u6uvysecDGH3coEI5EjOItNhixhg+JxrvfFFkYrhNK5ajuZJk8hej+jd
UTS5e+vemN14BANma8/MJjzsJKtem+Q1jbD6iNS3v5m8TcBdaGps6/6FZkpqLIQcShINMk5DYX6t
gca0B7WFEWfkhuif3z4xezdCqGUrrzkbHuVyQ7M260ZQPrQsY9187pZCC6JJt95ltp0cRJ17mwgW
FFoAgRK92Y2pSGbAyEz7yTeGJIvdQgbH5aKVcJin7R0S6loMXSJ+hQy0MbTQbSqVAn57N1ZM+ajM
fj2FytTUwayWDFrPHTtwhqb/fnsr955hCwwsIQ2AKTLUy60cwPREGbmVH0NlOad23/+ztilYjDjR
Hg1NMk8muAkPTfkW3qvuHDicPdQ3XWd8G7xM6iVXGXiVK9MKAocOY4OsHQSb6oMRM6rPZcq60vrt
Ok5PvV4zFV0fJoCXE9D4ya0HW0cmxG6qox713ncAhI47EkEeY+YuNwSlbD5uLqKtKteewHNHJ1Lm
zHd6uUzd1WoUH1Wg6mAfdq2C3eAPHhCQ6aVVWPbjNPQElakmi4pipf2XZnP6iIDj+lwllN+gVx5J
i+5uPu+KkLqTBbFx8/HpRDFVCk09PwbxdUKlrfO6so0/oP5ieTHY4R8OGL2nkseOORCySawQJt/s
Dvmt26dw75YJ+hEnAciVvg0QVCs2R6bssOljHJ7JFZCok7WjDHLfCtR7NIQpp26ZTtKcA90dSOPN
aU3vNXXKn8zUkA6ck3Cr2+dMCNpwhmiYg+m4/JRzKmlaK/IDZ8o7qi6meU7nbD5Pqbre94NVuVWI
9L2Z1vL59i7uqFyJFjkkKnITIHrbtNUaFJRo68zGajZ8UG1J9sK8WL6iBz8NgQTbezhnmabW7mjY
0xOTTTM03MQHL2bjg94o6RHsdncz6HggciYjjbkVIKzCBlmHzrKIXcLllzbLagLYy2ZCi1ojbfug
KxEaOK2mPyFJeqQxtPc0kQdSGqWKTW9/c5WZFKxo0SpmHYTFkD5LdZf7calK7yM9a8YfchzpR+vd
u8ciq1BlKjhiXOTlxye2SoxuYr1TGDrGO7W3rBeVeYXyizo36ods6dugMxrtIJ3ZWSkAfxwWoFtB
0BUn/02IiHtcUjhlKKdbSvo+V7m+yloUv7tW+rYaY3lgbufRYJoB6SjzMRShDHxpbsmqrKEAxTkb
NPNDvrQMFIJY+tMMS23xltHRH1GsUT47pZgRv0pH+tJ7y6U080o04JhvdTqXvI0kNddt0YoNa1ca
kS1wMwqoP9d2cERIZa+/D+6WiEI315rsG4kLIW9mXN2ttlgQXGl7y5+7Ov7aNaN6tqYs+gD7xvyd
ZEPhLmZfV25iSL+0Ret9pPnVAze5c5v4DYBxEPMF3b3tdndmynSFeaHiaZXruTVrtAXgo92Fq1W4
pgn1Dja6VZyytkgPvNpOyEX6Rk8f3gxJ1lYBYygME6A0ppciWT42fW1/hblq3yurY//vYKvFab3a
arDTdDREv2YLkCk0Sh4x4ib+6NTpM2GA85/F7NXZc2KVEbNhqqgV0UDWPltTJNXuIpeyekoifp9b
ymlXBQlNJQQVuyLG1bVqffQh9n8hJ4HSAQ/ntnNsSkNcDFmCDG9oLTkjb/riieqxdnd7J/bMUC4T
iBD+YVbB5T1rjKqQq4Qzp4RxXPlLUoGWa/I1/3Tbzt59YrdBeIEuIM3cRB/GUKW9o6FLBtwrizxl
SJvPcqeGbk+ygq5L9PG2vd11QW1BwYGhRfjLy3UpWlYutk1QndhL+R20gfzbMocjrMvuqgTwCbAx
a9qqX3d1qcuLhYpTsa7Ts16l9DyQ4PYbyepfkKs4uiI7vh9tAp17SZkD2MTG91c2Pb80nS2/ngYp
92Q0N8qTZsR95MXrUETnSgG8HjAMOv52ez93LVOnJp+1xF+bh86sbWNxOnIHW8rSz4seRp95KziY
am3y7hcKFcNKWvzbVvdeAfo8QjqGPuBVsXBsCMKllKC9Hh1tABi1du/qTI3eQ+CDdaukmtSckkSL
/4vbxIk9Wq/LX1RikKUGdiBkeMG3bfbcXJUSoW9q5nqnNDSb5DL64ZSZs7j63ByxavYOFGUsIEAg
ZRmisLkmnWMMBHGEV30eZyfmbWZuaC7NUxmFv1YS+oP93fuqqHtRaCZ0ovu0eWVtbZpUmro2HFft
aQ219q4c5PfGUjZnZwG03g7NEd5z3yS5LnIA5ANb4kqYS2ZBgZDZQciLgW+aGtjwvb2g0rg6Pysz
LR6ZkGQcIJD3rApVICAVbCt39dIdqLnN2LdYprukUZ4opFgKJCPq76M1dX6ZTDPxmAt1KOqy9zXf
WN0GyyaSwoiZ0ZWQlk7+4KAAdpoLefm5lHote4Q+k+oOg0odw0zMZ0kd9FODbqOv9NNqIswEytGM
Ze0L29h9itJqeWaIQP/h9h3b85Roa4lJR4wD5M2/3BpNWqKuognhx3O0niunDJ+7Ya7Pt63sPe7o
dovLbPPUbBOjdgnlzKAH5DMBAQRzUeqenJmyTwzXn/7cFGwMKoy016iLi6/yJlJVZKY0OT2RquKM
DJOWUt1NqYCdEZ9KDu7P3t4BURBIRwRNryZnFCZBWpnZQHrTPDsxjko65ao1Hhzevb0TBKxX4CYI
AvEr3ixoTjMGYmuiylYs/wHIi+7Udv1JLfgIUrJniHSSqEoVI4a3U/ZqWRnqvAGtJrU0zsJMmzy9
RM8pi4j2//gjMaQINgItO9KmbYurXLM0HwXUsYIU+ogifhao4M49qIrtQUi7sypiPMIbtpDMZatn
oKuZDocd8PyaJCG69EN2qiit/1rRj/8LU2TkYOJoQtAm2HypaEQ1YILIS5Rj1WcK+3FgJagadKly
VPHd68aQ/wkejsCuIIRzeSrIg2IlS2vLz1O5OitqI3kJ4yWDZYwGt6TG7M2Z1QSdPS5uuETQ6Qql
OcfrXLqxPCz3XWnkB4iaHX9Hw4sppkICnObv5jlZ7DJv1ZLly0PS+L05wsCqFOJj1Uw8YxqOJGd3
7aEBQo/UhBy9DV55shmQ1gDPiCdJAj+qGGuwtLP2ddFC7S6MW/Ugit07Sg41Bp1p5rC0twMyhk5D
9nAkCpKmevovTavofiISCKbCaQ4APa8dnk2KQhFJF0VhRWTCm83MpjwEtMeTJSnVaHpVz9Y+S0rb
ocJFb/2FcdHm/xK1awdfwp2G7kpkjdoLmlUNfMF0Ht3FIGH0mZcC9XjqrPojsbBiBfHaFrLbGc76
oZ7AOHr1qo5fUlgQpbtGOQx3+Dpx6+bE8rFX6FL5nOZCcUSWh151o4gxIb8rZZYNl4n2g3mKCeoj
CLfNSE2vadqXfK2H/9S5zSW3r01kzJallBtPbvtq8bS4yV6mtRrqM1J6mhykdadKvtkW7ac0VY1/
16YyP8ZF5Hxs47Bd/Q65saOewnVkKXp4CrkqeAj+FgHDG5+qD4iPGMoIPMFW6+9dszAxJzH6c2MY
5dmx0OWsHaLbPg0VnkP5823vd31whXVeJ0IgIbSyeaIGRh6FdSbubhdG75jb0Hcu6ajxzjTGTvem
WLV//4VFkEUMAUO9mBf4cr3ZwrlRLEjLNg752QQF4i2mVn1QrLgOurq3DzzhdcBFnZVEBfVYVkpR
49Je5Rixuoy0+Xrmu6FhEvcnTbV7r2I2ABm0spxSeFMH23p9PTFKhwiFcei9wDQujTpZGhUaXs83
OzP/2q+JSi1yNJ5DkMMHb7Lw5Je3E1Po/1B4pJgM8vPSVJQO0rSE5Jcxl9ErEil8H6WycVCz3zsn
b62IX/HmlCaLNielSfW8XiXrIW/K4cnKtNyLR9lIXQ39o7/5bPSggPNBtOHZvDQY2kouTXh4Mti+
Dyp1zT2A5fM5T1vwnrBc71MmUf5xLMBeChCmAL+JHtGlUdibmgGlh75UH3cfTT0J3SEciw9Tc0hO
2TshSIHBsYBQSjVik8xVzdB3ksG1H/QStRJ9bDy0JE0XdZgjVeO9G8CkZCGMgpIST/XlqsgshPAF
AK+oZ2ZyORqOR1Mu/IJEe/3OXCfDNe3iiNq+d2BeWeVUTekObMOqZG20dlXZygTw4HSelaR9GXNb
DdAKaHqv0Ur0CG57lt11ChURXkUUueyNJ5XR8+g7G0Bh0yTqPRNgRx+uYvNULJB+NAZwnNElqM5/
Y5SUXBB0qZVurp/e2wkaSMBeulyuIO/3PweHuDuWpN6TlmzyslI5Wuh2b2E9C2IMoR1Mb9z25uwg
MgNDMcvWgEps6XdZxPjysIy9uqhnXy2c9aA0t32iXu0RtEIFwH8Su14eoDDrHHkZkzWYsr59ET2n
c5pNw88sXJoHsIP2uU4j+cVpqtBTlQaNn9t7vLdelszrKBR3rrypVQ90MsyZ9VrxTytt55cEWrlr
6tN9ocXTf7et7a2WIg/zMPHfgIk3u1uTmq4xzaUgClVmHS1N/JDWpVye6m5pPslSDRdPWdof4TDn
T/1sqz9v299dLT1i+LVQ44jgL3eb0X/S2HbjGlCgsJGeMDJfj/v8nTkoiistwxFF80pGRHxeBAHR
I6OQR1te/KA3vn1izOIY6nAms75U7tZptX6LpOzcDb0S6Esx+VItqcGwNPKjrmTxpxjM2kFUsHWH
/AbujgUgAJlbYKibB3Omq9HxkddAz53Fn4BReKmR5l4KRym4vb+7pjhJ5AcgtKjbXy53naJCrWia
BGijDM96nMunvpTrL+NcHvEcd0xxXbik5Jd0nLdoxrVPDLvrGPcBrNH8aGoFqcGUpY9FJh3s39b3
sX9UTFCk4i0BV7QdGztGqQR8I5IDNTdjX5JX9P/mRfoVEdY/p0hNam6pF91BVLC3PpMkndCUPzyb
l1upUQFVS8aNBVYnW16ICo0b0gW9b9LDuYN7pxREEfcC9AScxO0Kw54lGoq0BqMj2B6zNS8UBlLz
rqDx8WPRsvzf1V4sxHgN9aSstS0jhoMi44Ev2tlooYcqaLlgZK64Gkz+GOy2l+Sgz6avUqRLDwY1
NERZy+UUryMNmh7O1oHRnX0mfhVFJIQQ4aOI//7mhq6FkatyHikB6YlyVqJIOsXGnHycyXwP3rMd
70cyRR8ByAC13y2lriipvCtmpgSh0tiBzV9nW0F0OinUJWi0enhybCQSGcRR+tUwZweJ+/VKhbAG
rEEmmgs/sLmcmlTNsmSUStAy28Sfiyj+Hjl56y/Rut7f9gPXflawnUm6xFQJ6hYbt5cUbdoyQ0QJ
CuBInlXkw8Mgq+tDXTu1q7Vd/+W2veudVWQGFIAJxx8IjsrlR7TtFjYhQunBDA/MbeVpvOus/l9t
qLMPhlLVj1LnKA8yX9pd6zL3b1vf2Vghb0m0CRefcvfmVVPDPIwqfZwClOHLRymJ/1cYTfTB6jL5
dNvSzjqJTlCjosrByK+tKtViDou92LiiuVXnoHLU7CPi+8t9ZJQUvJe+e6wiJltKalr5ejo5B+WK
V37G24SIBhi+FnEWTiqY1S0mZWjozHfluARmpsbaWTPDTHbJ+FREy80oftdRjHA8xnSp/9q10k0n
0RJMvUTu05ec1Kl43zKNM3VjNXJqrzcS5vkItsny2BOr14+DWfTUsBCrSu7zLg1bt2lsKl2ZNYTn
vJjK+uDTXbscmhN0iGljsTa6FZcHh+54o0R9xe0P7eqst/YcKLUsNo+6SR7VCd4wrMz/bn/Gfavc
QFXIKV4NNCraHE1rGatJMahnWHbTuV+G+dlZyv5/7UzaXoxl/M9tozunFKyxLTQ/UdKmMHG5VHOS
SmdhmkJg5GHvMlBDu7eMcg7mzjYPjumuKYtWmo3soEzl8tIU+D6tNXtLDpKu1s81CGgPHyx56EgW
Bx9QOK3tiSR6JifBDticjSmElouyijM5KEw787QkXc5maCeuLNnmeyd0pMBM2kfq923w59tJPEd0
B84OdMEmqpqYorbU4P4CeYZOaKp8TSW2GOqmGNHBtdt5n7ltPNDiiaJ/s53BUOPRAc+kRCCQau6B
1/1YVqc9FSW9jkyem7u+7duHWQMV75Zt2njgLfuD9e64dG482TuYePKirYtNrMiERtlyfGRmXKdD
MTwkYxr/2wIJe6oaxF0OHuYdg0JFRQj5AhACJH95iDQ7ilStaZZg0Ofqc1SlVLijqLxPmAQXSKSg
B/auL6VgNtJQInKhV7qdtZGZ1OPovMuBbSbRo1TaA3A2LUSOITa7U5XP4+els9TPt4/R9fkl2BHD
8iziHjqXwuO/CT/0odfsuGJbBwBHnihsMYFeKr/GZVs+Qir5VVYCeGZIBw3B6yuKL6DLxObyOUk/
L+1qGUHd0vJiqkbnvGR9RoM2S/KHJMvjgyu6s7EXpjZXNJoHPc0qvIFjpwWANlQq88iw38utNp3W
sK49RVv7gwhkd33AjGTY2kJQbAMNkSvmocY1X1Op9PQ7yOvit2Xwnkxx4RzcjGtT5JM4OaELB5d5
Gz1PtRkZfbe0wUDc5y0Uit6tavxRry3pj/0q+AiOC8huriHKhpcfDQGNxOzaFehf2OZegTLnqeps
3bUSSfp4+1xeRxoCioGv4c4LWYvNa1EnSCLCW8OUpQ739TT2rmS1xUmZU4ohnEd3KRmOh2YO5Pfl
zwetojUk62jWUvkBBgMb73Kp01CsFSOtu0Bek+a+L2fzazxamkuxSHmu1L70CJK6uzKvhxce0fXU
Q6T0R+AGuRfNdDwOvMPeRwbbroi4VsC6N97IRti5DVFID4p6nRBsKeQvNEfoein20VC26/tiK7yb
pLQ4BUqmm6NrMgG60NawDCJDKz2ELH9PZu08pGPfBdWorR/jpT9Cq1+7IWGTyFLEryK+vNxuObfC
Jie4CzIpjMQYaNU1pXF5t2T54CdiEmCzLOrJ6eKjibLXbh4dDGT2+dpQ22jgXlpewThGRalWQZXH
BpGrotzXqT2fpYFZiCuB0svtg723u6SX+HpCBoFzvbSXp2VY9YpeBUYx2UEiW5mHFFgS2Gun36Vt
9o1q5lHLfW+NFBUhlwtJTBzvpc2MoJ2QT66CsJpVL7WaGJxRzGWS59SLKtv8Y+fHzXljb+MnJsPq
nCpRqmDW68RVm9p6Vy19eZbt2jyITXaXRpGLGQ08nOQGl0urpKyrw26qAr3RRxfRT4oIZS29zxDL
QJ3Y+fMKHksj/UGUl0AEutClvaXq8pgcha2cs+jOzqr/xqxiCnGLNGU7GM7BTu7di1dUAaMgiJu3
HrdTzVbL7KEMEDozvkZ0/D3HShK/YvaX3zWK9c7o2szLUq04eFXEQi4DW5p0aPSzGATeaC1cLlSH
55znUHaCOIy793DTlyezGLODKtMVwAA/+8YMiJBLM1Fda4uyGGVAWz9BzbmPfE1vuyc7jF5CRhM/
xFYRBzEgaa+N4GXFKbutT8P0xBy5nrB+1g9oinsniv4QoR+9N6T1N1+4tWty7d5CYX5dpqBJ+yZY
O4aZy806ney4P6pZ7tpzCBEgRotS6eYEd4PJKFNIOUGr2tnvQh6t77WqTrI3Ll2RuXFSjf/edkH7
FklaeMFFYXHjgsy060nT+bRz0+luS20vGJKwOSn6EgFFt4/o7DtvFyJDhiirIRtCmnv5jftFB/9r
6mWgFLbqMwTZ9uzVKe/ruukPztOedxVlUh4TmkXwrS5N2UM1I0Ri8/Hs2HmnT8vkN2VlfQq7YnpC
/guftwyA325v6I5VdLdoS6GsKsScNhs6Uoy05lGrAlRyu/tqHqW7YgQuWxHwe0NlKl5Kt+rAqLiA
mwsqdCzQKXztUG2VHlPQuenq5E3QK9ZIRUMP32Wl/tsYtcFnjMr0EBtq9Dqo5rGblPzgluwsGSEn
Ck68JmT0WzXLDjWiddKQMlOmcPDKBt7A5EQIoqtj9tkyW8VLdPVo0OMV0YtXGhUiikCa0LC92uiy
pLJmarXtAxSuzYBOyooscDMav4iN9fuo18IlKBgd976YwQ0/LmkffneqKKn92ZSkg7dnuwfi1wjv
iLwUEEAGuV0etkWn3Vlkqi1mTC73aTcMwdo2aWD0bUc/DRXTsCqOaFlbv4xRYm8molK5ARKwlQ9B
DVYy4iwPfSuOy6/sdvltaQ+Z4dvD9WoFABKIXUqoVyA9JXSogY1FiABOoT2pkqT/KByn80MtGu7n
dsxPnVYbbp8k1WM52gcOauswhHUqmqJGrAvdAbHxb5JSbRgMRsPrjh8N9foUl9qDFsnjQz1RrL59
c/csERFRtwGIIAgxl5bmttImRCnAfpP1TK5RUpJyoWM2P+RyLQ/gHLvGwOII8vQryWljrHGMaV1V
4O3GmnWeHpqtN9EZTT1NXZfPt1e2d04E/fb/jG3e785Zh0UaQJS3fV0DebbbswVM5vwXVkQ2SHOE
sGjbUijNRVPCUSBuYdac1KQz7mK7tz7etrK7cQBC6FDzTnD+LzfOmmrmq4Kb95E5LF7CKfoCHm44
LUzkPVjPValLHD0hjgm2hwT0qhWF0oWlprUGgRWUKgVRLf/Z6KXj8YgMj3UbK14TopqNDG131trR
/kCg9Kfo9dff8IrnANtEzXQTEUx1UyR2Bz4fvcjkYVYzxZWVxrxH2HrxlUhaH6Renw5ezm1QgFGi
LwgfANhx6VsCdW+meiwnKc7MrAe/kNtu8tISTxqGanuWSGkPPuqeQUJo0VykcIpKw+VHhdYSJhmq
T3SgQ/hODdRStlv17dWUHpT0cOboziHCGjAqhEAJtbbyDGOU1+mgO4gG90p1Z9XF+BDri3myiNoP
9nLXFC8U1R9cC5M3L5dWhmPulJNt+6E6lb6i1bLbUI4+NTosvz++GtRDhWC34JkB1bw01c0mWUA+
sqq0me7jOvpVQwZ4UToSoduWdp4EiM0o3aAmhVrQNsjpU2lUmP2CgkCbmy/LqLbf6AcnkNmM8jNp
rPlYhmvkydEUUvOeogPze3vKiGfeIyCNoLk3PiBslwbYNkjVgsraSena5jzZWee3y/zr9kJ3PCfF
NEqw1J3QsN+CRGJmE1nzjE9zCvjNjS45P9TMqQ8eg73jDxSNOwelV6CLLj9cbZam0SLJ4vftVHzq
2yK+T6J09PRusO8UWnfe7VXtfT5QoKJLAa8a9Y5LewMDRq3VoPGad+NwXupI+l0sZv4iK6WeMsEn
7s7maJfvQnNovpVWFx2NXblK9YSHEfqYgu/KBbwqNSeTY1LodXwo+HJ0mow29MJmyH8BLZe/tHFd
nlIlmjq/r019ZqBN1wcMO3Q+0c4tmP7jJNbXxInGvzhYFqk1gwNEPnQllBDS4OvL1UHzddVO8GcW
19ZQHmroCB5c1p2AUYh6wawTut9XYCc9ku0UVQrHXxu0B/B0tfOyxIOtuEZkDM912mnB0BhHB3p3
54E7gXMWrX8QHZffHj+r2R2kaz+v4uRL2qjxHaJV9fsmjswzmVE1udqsilnptRy5kWyUX5Keae2g
/seV8q48VL9kowiPMDQ7+8FFo6gJPojXZ1vdyCM9H4awcXy7VSq3Z9/u1g6D8UKhs1b6KnFbprqe
bt+EHU+Cb2bCiChwiirO5W4YdZNFGd18H1blSrag9cFkGCODhOfVv21q59JRPAHdYTInhvMvfsqb
QHYyQKsrBW/clEhtwJhtcA9mV0OuznqvJ024N/Pyi94UeVCsaFnetr7jyDhm0CjxYySm2w5WFXV9
ajqx4wNY1O5aZriTK07xgWPZ206GeCL2IdRlyAsu16iP5qqFGe8q1Pl/SqOMvkScwUfGpB4RoXZc
JoArARMUGrgEapeWmqSJ5rJgD0eQa17VoGBToa7qWWsnZnk36d3t/duzB1GeB5xUEzrq5m2Vk6Zo
Za1zwKr0BVz17HPHtPuz1FSlV+f5USv5tcP3NqPngDDuVXQAkemn8LRZXzdGGR+pdfyhjMtTEicj
ksxW5zWqWj8snbTexY09ui3jJF0x5tdNEM19l2scW2fqzLvBMH8jsKd6s0kRndl708GG7H1q3IfF
3eEL0Je5/ADqADbVcXIHWmWicZwj86Ut9NwFuBgGt/f+yNRmL3Jeza4oMTXlcnGfKlZB005LPhhI
URxc0p1rQqxPyAttkH7v1gvFUTykE8offqNn0VlfS1q+q1QdXJOdw0SOhHIk8gOodW0VNSIgv33N
gFBUXiW+a7nakWtFnRLU+gRvqbfN/93ewW3pWLgb8A+vBTcZKMQmAaTzuoamiWZVyKTdL4pNPcoK
83dSnSzfF8p/z4gt9G65JvnBSnc+HVEaZb5XhA60os0pqcxCdSaDlYoJBjZaB65DM/1Zj5rioAq1
u0aht4RBMSBQbPob/xovC6VTNQr9EdGd/yBgoLYWS3LZoCLdpN8XI1KfrVYK79umb0+393d3mQwU
FtQ4UCZbsosYbqNZaIQQ5Kfq12YBZ7TYRpi7TjUeEYn2bOH3BPgC7WOwvJfrrFJLW8zZxDPYheoy
CdV+SLPswV6hN/35qii8iEyQnjKh2qUlBjPM5Jp1iAxa0kgB5R6gicNYVIMXZ2OyHDxRe/k2oAcx
JwTFH6HgdGlPNhIGEdtx6E9jRbnSKYz+h6mmAxO/bNmV1gxKT2h+XfsmZxhLoXtl2dUHB3bHAfAb
BOQCirooxF/+hjiMdIhgJWtmZs43lJ+bLw35xcFSd4Idqvu0hynevXL7Lq3wcEqVWVkU7sZCTgO7
iCuYdTBsmkHxdcSFjJOkdMqfzkXFDVA04YxS0iDi3KouymqVZYkuh/6qtMYPQ57Mz+kUff7jU3Nh
ZPMVnTQu11rByKx1IZQTLptaxdGpaKbpf7dN7QWz2BIcW5TbET7cuJesK8LM0oYQEfKleMii2Wnd
werzL6qarf8okpk8LNKcnZtJS79Gajp7QOzq+KGz26pwexkw/Dgu1dEhEkvcPN4EClRPKASDCd82
OaQp1gZ9VUJ/iJX0TAl3PjEkTwxeChs3b44kVfZOk1AYI0cVnfpt1mIvymgwYgBzahSHmdtCORpc
ymTreE/HzP4wj1SrnoFQdEdxyo4zAsBH4M59oXJz1U0u9dmBqSH5dqgDTEL6/lPS5A1Ds7JF//OI
47VPjoS4wJ1sK3+SZOXTpPVMa8+VyuuyRqYcnDTBpBTJ/e2DtfcBRUv+/0xtvIACud6uuklCWqvQ
/Hx2hhPypOPJkYbeK0nSDuztbaOBwhk4E8QxwB9e+gPFacKpMRYJOZyGTnmo6L/VZP5WKIP59fbK
dq+MKKUjqsuzf4UxH6046hWVL7Y41fLPqqEP6mpy+8/QIE08q6b6SaTtaPrmsYtwhnWP5onuNjLo
2I5KEnVIvfFv/6a93RaAV2pxGjTV7fBwLeyl3JJkye8sBwoXzMPxfcN0NrdE3+Ee2u7wp7PZhSO0
BKaHbJN8fwv0WPK6keSlkiiIZz2RtNX90oexDpiG9bw6RvEXLpFqBypEFHGpJm0+bzKENBSUlD23
y+IuLQbmydjwXxIx//r2Xu6dJAuWD3cSFPFV05OQPMumFI8IaTz8kqfVdwAszkmxor85s2AwIUfQ
hSPe2vhexUnXIjFnyV9n1fq+jPFLq7eTnyTqEXlZ/J+27hR0BWB6UEFgT8Wa30R2ixVn9eJwPrJZ
7fw60zs3lOajnds7hZSCoSaxcfaVfjwp5kqVhzuom0t7trtp+gY8MHSlvM9OUQZh+vaX2l0VNWEo
GICGrW1GLsnWsExCqnHIKtmfrbR5GZYUQPptM9cHgkQGNAGQJshcV3UVeUWtsETSKDBis/qWtwCI
vbpcqpcsXuvuIHraMUbUBBGKx4h/bc/E3KszYzerKFiVYvW03nHOshFa3mip00G4L4LPy0OBRBnT
FwBnCL31LVikRm4ABobOnZo06xfstehc1pPcucyNHO5jcLx3SmMMhrsaujO7obZMB7f6+gPyCwR5
Bg7LK6vt8lgy8kSNp8aRfGWe8se5L5SHtEQ0//b3uz6Wwoqg2Apu+xWvXRv7pUvbPAJ7EyFAJSXF
D2RF8zSIm1r6LCllovq3Le5+ROJS5I8FJmRbqAqXmrFMWR9Rhmqd+3RNQrQgGj2I6XH88ZPO4t6Y
Eot/c7OHJZoqR2+joK2y3O+Nsn+qQ9ImNTLDj7dXtfu1TCTrOTQqccSmiMCIAdVO4yEKutlm8LTS
dZ/kyCn+YkF0loSvF0WRLa9paHSnNGOkXqukdc6xUf8bFdF4SiwGQt9ez95XooBMm1XEvlegizbU
Vk2bwwi+ZhLdm0oofyzrpKhcOaGE++e2QPoLSi6vJm/Y5WdS7CSV516S/MaUBz8GVHfXLd0cmCD7
/rhdhrKKSDr5RsgBbOUg9UKr40XqY1EKKe7WSIvuWqVh3JQxH4Fm9k4EDzKg3tcCxXYAjGxOkVIN
ahxASe2DvpsVoWbXnP5874S8gajzA5je0lD1qLT0MGniYGozC9q/2bsmMw3utSY68r47rkLASCkx
U2MWTNHLzzTOTjzR4U8C2v3RU89UnZMmTVbQFEV+BpVkfri9tJ0NhAhCJYsmIFyMLVAXAHqmmI0R
A3LRp/eM0YmemeWsHTjA6+xGcJMYaQGVTgC5NoVGXZKiRmudJKiUUPOGVhs9E9AwhPtU+qCmURIk
hM8Hr8vOVl4Y3XiLKCuaaIytJDDbqgJcUI4fsjlrH61inX7Z9dwf8CF3thJ9ZXgXPGe0o7ezO4ZJ
7VQ1wqsXXad5fEnnHnHHo5FHOxUWobonRnegSsex35yQtBKyE2hwB6u8SkHo2J03W20YVHgTz0wl
9X4sy+jcww594IMzNVvNpuD2qdlxXJC/yT0sdFfFfNPLU+r8//F4URYsRh37+VqNZ7uXQjqOpfP9
z02RXeOLeZ+BM2y+Yt7RfoMfkAahXLT39Swl7vr/ODuvHreZLA3/IgLM4ZYUJXW23c43hNtuF0Mx
VjH++n30LRZwqxsWvBhg5sIel0hWnTrhDVa3JWoIwwu7NORXn6UjJ8suep2wTJkcnv78j5sMUp9d
t7nEOGMK12u2yfAeI5LqoLlNH3rz1HqYWlmQ59WoJ/z9Md/YrKwNOIj/YHx0/lURzw0s4dVVagjD
T51taWNk5a3E6bnE7W6+JAr61hf8c73Tif3jWXuR1avnsh6EYZWE5dwmoXCHG3t05IXC+I3DT3fn
BEMB2kg6Z79cKpxrbUonKlN7y80fS82Qf3Fl+b4v3KCJJZ3A71R39eHvL/TNB6RAZCxI0HlFoh05
816J9Ebae2An+XvyCGDEuo76Mb/wgG8tRfg8aRYxcaaMevmApjoVI33Et5uLeZeJsvhsG+AZBuSX
Lyz11rsk94F1TXMcnNYpBv3x2dqhloNi2phi9NDAlO3bvTCxRMnXyX3Y5qo9+JAVLqRdb+3NPxc9
Pf8fiwbacwwcQTgXgdld+1pYSVfI9rodx+I6nPS/iuBw0k94nlM9BYEe6v7L9dwcSZ8qy2UKUe+u
rmfu9DE/kH75hwyOctJG4aU84q33yvXEOP10ZVDNvVxyslfT76O5SFfQxthpUI1h5OplO3jYXh63
hKBDMYT/PmtFqBkOEECKk2fP+an3K1MYkb0WqW7UmE4Dpg5GFOhbPXq//v04AMI8cQNPms3nLtFG
2YJLzMwihTbvHUuErJNiccakaw31/zh5qNsDBAMa8hqDaY/ZMAW9KlI5FOLBE428Aku+HtfJuTT6
f33lUj8CKyUnO2GY/LPPNpYhM/EtKFMAac07oK/trav7S9a+r/c/b82hqweYzj3hLV5uDvQlpmw8
EagcPG8RAxj3fjhCS2/Np34tnN3fv9QpEX95CzEwRkmdEoTWMzreL1dT1tZERQcSO2jy+tBvMtwD
7nnwxqqPg3yajyrSEg09nR0cd7k0wHl9EECE0YRHJfBEsjzvxufjXI/WAjOsyjIPMb9pvcaLon10
o1GjKtwrkJPR8P7vj/w6gKJJadPyAp+M8tX5oDysysBtwkillEBTUlVKHbBJNhLc5P7VAp55G2QQ
iiDWA99/LrC1ZFE+GdFUp5AisYktR4GcuFBN1Ma2H5QXEOWvMwpW+48LclIEIF6ffcuIQOYPFfqa
mdNfz8DOdhvaDokdABqqw+ZDnTnOFUCV499f6FvrAn4+uQJAgsOf6+W6zQCXU9ugUJyyDu4mU5YP
s48XkpiNx7y29aEpkaq3V7by3xd+40uCvDpxXxDZYphztnBh4ovDi5WpGIb5ypqq7coOxhFAWijN
S+4sbz5lSGMFIiV67ecScNpZen9Ui0wVvAmmFaOl4kDV5r4a14eqn/uPTVSvSTX5l7Bvbz0mk5L/
dVLhojr7ru4y2bTfjSrtPJN8sJ6cQ59ty1UzmPWFLfTmUhAzIIYQvzgiLz8lhoBE0UKd3mjoMAmD
O+YZg3hw+665cAzfep+AiyACA5MEZ3AeefoykqXRyrQK4UpCI1SHzpha2MG29XlyOvuw2t64gxJy
yaf9VG3yHC/DHpf+iRBLp4xc6lyvWE2zElW2YF2At9DkxNQeFt5uHW5yscqtGrG2zMzyJHOWlSDE
buh3o+hbd2cspb0TeGEtsaO3xY/70ugfLeYRGRrOTt/G8zy7VzXo+T5p4KV2cQCT5/dgcP+mzeqK
pzWAY5QE0RLVsWqjvoeyikdJ3LmBxoYUR8s5WYuVm8Wu84J1inyZj5AZmo78UjvfJ1n19dUyZeG8
s/Xo6GTs+JssVKExm9cgleN56Kqj6VW1SupO2F8LZLuHndb5eo+mhCgPoxiN797qRcfGF5WKraUo
woPgqVN7LGDM6XYZ7YRuVK5S9xRbdhGOm7vOKBXkSDVYQIZ4hVemakUdo3SCKOIcoZkSK1TD7lSR
u79LVFeHRJdYN0C+m7qeTWtbeRz2hlHGsjC3m6nIDQeVnbI0rwywNOA9Jiq+eG1pXR6yNZSPk7BQ
QSyECA6Vq/H7VGEX/XJtQ/0EZFWdmoFaXo+lDtybrg+LPJ5tf5qTzDWmq6pzeus+XH3ztvLN2bnJ
l018phqw309bMf9o6kJ+Q7J6+AGUpptiQ4VmxLTFqW6jlplWmikPyFbmGf4PK6CoSIYgnMXeHKgv
lGWuD1wzQ3fgci7emwoGclJlU3900aFCnFoXvkwme6r73dSjVB2bSCLk8VYPxs/eaMoxznWX2WD8
5u2q7xw5xBHSBl1ijKb9Tjtgi47blsk50XJ0gnRxgoYJAIaa2Bm4C7A/hXZQGKOkoz9bucrurbXS
xW7oXP21zI3lhH2tApGEyyTveuqUZ7skC4yLDpbAcQLe+WSOc14lfbs4zp09ihLrLSER7vTCqhl3
VtHWX3DQzNpkjbbpelBCdzs0CdqryWl8NzbMDKJut43NJzkJhLVUny06yXTPlxCyx6kM4IT7TGdL
ghmCSzzE/iiWL37WV9l1zWI/4dE4dYI/BEAjamWyAZA369OMvNNN1fT+L+S1uMWqKNu6tK5RGUwr
VJOq1AnG9p2KHCOIlRkNZix8ne8Vbe4gLjNv/G3T9fyVm9F8PXtZJQ+msdkfdVBjuWS0ja94J5lJ
ZoqV2p5NjLpM6YpiTYJORgLte6NQe5FPy7Cb69oq9qs5NS2Sw3ZVJ0ictev7rSg3P5Wz8Gvkvlr/
dpDzGMb0ocwfYjYb5uvAa69mx664Bruq+jn1eHTGa10bN7kziSeUXtZHT9v0VNxyWa1E0tq/VQoI
QAKDt3B/mkERBe/WCvW/jh78tHODXkPld7ulT7Zsc8pmt1Rtl+/XEmVkvgYld9KICQjMOPp4RQOU
ib65nWG57zN7cbABURqUYKyDeZZXk2116PcZqs91DFvF+1GP2Dbtu8CX7W8gQ0B7B4QuzLQjt38Y
rXI0m8SVeeYm/IisvRYIP1dxEeh8vheVtU0xqJj5Nhgqw0ViuQViOBvDUH71DBeAxWI1zcxRMoIr
dHWGKR4tU6kkkFmmPk6L66yHdhBjFc/G5j3j9ynuUOTzcwdxZ2t9JypSoKSflSHisJsXQboq6+pH
BKlsiNGTHssHjRFGOMRtH+TWhyqkFZBsfll86kbLiOLALaYKhz9rAvmAshB6Rp0xA5BUi253uZCO
E4drvhaHyJnGL54nMj8OKhHax2UzyOC484N8X6/FYu23DXWN/YrevX27ouNTP0+bJbJHZ8gb9aHN
WvdxA56OsUPk6vbeK227uNMhWpm/pJFZzQ0CB1F+H5iLtL8iaGeHd+HUVdaODpvxoevyThIQhOsD
7FSo6zr+YjuJu1ZlcVCmXz1HMhhvvbma9bG3CDf7oEND9hgFbU9aX4x5j1RV325J45c+H7EwFM4W
/qwPTp7N5d6rOhQo6iwYn3OrMJ272a/r30vRehsUG1/3BLVmtO/KepOfOmPR2bUv4DrvOr8IPwSj
adUps7R62K/u2P72x6DxAWDl6ydDj5NMRpLB4jbXxeLvI36Ps9vGCP85d7U6cW362RTGi+yN4igN
F7n9MUSxB8klpW4ct/DEj1VPbbkbGm/bdq6UXRebWlX2B9UXTf6ODdhXia8dafRJbbLd7gMyMUTn
iwCqiVylHR38rvL7uBxcR8NbFkHwAVyDYfaJr8Y627e6MJbdhBIsImSqGla1lzxMf9cpASLWLMZK
1wk6FrMTF8Po39AunepjNG1BtC/MeiVsGstIFy3DYc9NQ9EX+lfhbOKbdrxSJaLpwyBtR8/5JANz
Hm5LYYcFkD8MnB6BePvlrnF9rGKQMR4d+AuhnY/bglxRpDaykzDnNr2bgq42oBrguR0JxPjyJfpt
OTI3H6S0zOmLlRkiT0u5wcleGDd6zt5v6i3cD8qf5Qmc6g8p0qyIZCgtAFfs59pa+6+mQODTiHOg
SNXeUMaEpFfjYjd/0GVZdbEL3r58JmlE+5T7ma52j6Fef2AYPeuPvmEOa6K6PicqIhlq7eagaUHJ
51vFneesY8SRt1pnX4Zj0APVG4YubsFjzXGwBZ35PSrCso1PelUO6uJLF9EnhGaeEL2aORahs3TJ
gh8CDWj8poLEtCsigDbx5Dq1UPR6Cw0GiZ51yvKHcfLrNc3HbM3v7KVrbwZDynJXDL28taLKqI81
2t5mYs1SPE0l3xCZt7CSYOsBRCVl0du0SaQeoxgAqLfu8rGOlmvtEuTizRbzlixyUV9XJE0epmaN
QEwPwZIlY1OMZpzBY7pahJhdRHgLTXCbbP1lnPJoxE7EF05cLnp9aCbtGRSfpi2SlZD6OZoH/Jnw
1ZEPqJ4TcmvwUfnOIhRUsTe6dvGuMDWljeVWdR1XQhfRDorE6PXEMG27yeDaW73XymyrnTbmxt6v
maSYrtAQkzvHWdcHtTSDk1i004q4zf3FRexcyymh5+zbbMZtEvcCqkz+S9WlXmTSTlkFZp2uXJN4
MiQhtkq0NWMORFjuZbt4620Xesq9Um7u2EfZLMVy9JSlu4MwMs1vB1pSr1hnDHXkf+y71e8rUqBR
ZREg9T4QsVt6TXTXu63Ud12ZuyO/rYPeGtvBtrphvLqB0X8lXe27L0HftdlDVkeCGGiSx88iNrxq
7G6m2d5oZduL1kcr8+t7AXRD7IK+yvWVm4VKDDv+yyieh1zUHp3vRk27CUnJJvUNHBjjsgzJzggO
tRuLwWKAjiiIKuI1qlHyW6YxbI80Zjpjh/a+M3/AQtn9ZPGvbYcNbIaIF8MehrTmHHR721zDH62/
dVmMI3cbHHsl8CiglCxU6kRZNt3MbqQ+BhttztQN5gAWTSNwPig9pYeHTkvDjBc/+A+tr/GiCQgQ
eVxKTxGJDFS77xbSZyQJuVqmnTVkxU9vCcKV81J63+058/pkDiLxXpGT2DtQGO7R8E3UyFYZMXij
vMk1riNWZmNz5qpb9l9mHJwSFmscMaB4UE7ULodG8WdNmLvVrgIz/RtvFDwsO2alHwp3Xr7puS7v
e+nQJi4quPO3VSdd8o8+Ex79zHnsj7mpBGSSFmaqneXZtPOtyslTVMlcmUbdZH3yqjwYYu2uINog
iTcPWHXAIzWkO0QJBAb7Xb/AcIhhWkX6QAnW/9o2Xd9EYxh2x6WW81dUAqO7co0w1BknMOxkDxb/
D3+KVnUsqmCvKsd4aNxmJATnTng14kf6q8LRtXkfzqP9wMZ0BgoHYTyCdwhyUjxZXQN5yD65tVGr
uKKa+JBVmTB3bjG0H3ksN78J8kawTBGaD4uxRlbSGJa+i/zFtEl41Zbd+O3iflEmWSyPkq36WK5+
6+yU4yHWQfW2fcExgxPvROPqHtSAneRVH/YyiJea77ML22x4KNd+COJqLAWqCe3E2za5627M2TZ/
Nq6ouGfRY3zCk8v+ZbQCUchVR+XdontutnCczCKWE+En5Si4X0vZ6ybtIceHSa09TyYFFY8Xr0UJ
x88N9RZborCuwsE+dZHmUCB45kiVRIs52Ynj6jFIK2eybtuCPYrstpfVcankVic0ZbPmGM2u26A1
gHJ26tmlcU09YYi93w7+z3w0wPls01AX1NObrLhhOu6QzWkidU8mNjaxaJRn7RU3ABx7hhDPem0X
nAYnhJAOlVdlT3obS2qFsXS8FLy+78etDVTJoc4VMH1y+1ROGf766KjQIt9EbOOmsxX/Nqg3U6J9
3DR+Um2rPGxjNi9xU9RO+WGcLPMnpoz+mIg+qJp97S2c/4FSuuT8ImTGveBbP6sgkmLXehZJfpX5
jUVB74GmaOlbLon2pS13JY7aVWxBnpvjfGkmN5EtOGOaRxNNVn+eAagbjQsNp1f+jykfhyXl2haK
i1n2VmxFZu8e2tKzq7RZ+nJKRy9A/6RodZQYzZStfGDaLMe89NsytoZhDBPfFflwv2Syu6/Rx9Ix
WjlReJdR7B4nWTtfAGVlY9zOqlU4qkTOY5mDbqbbU2y7XJ7uBme08TE1zYG03i7piyXLGIwffFfZ
eTz6uVteNz0Dxhjyt/sRV0a1HlVXRl8g2jq35SCs76aSjbzdCtTHuFO3vkvmRjrv7Qa/9Hdl43c/
SteQzX4jq31eNi7jRPITf7cQaogk6xbczTUTp5gsURfH1W5H3qdjFG0MqNnWqHe0RRSr8CRVYBcu
GUuz+d+7ZpnEtVQNNo7+HLpTAs/OY1jmenWArtOi2KaYfnOF+UpG92MzrwHtHNotD8i3VmMM1UC9
t0WdbfvZXNrnulrWKQm9JSKbWjKPnpDl5k+nioTLjYg97yl3p19cBFaB4GFTIDEnR16IHy7F3usX
HMXpB2y7WrRGdOPq3H4A/Gw9Nl1k5ok5reMVE82cqikIyveN661T3NnImMU+utFuHHpSfbIyt3iy
ncF91ouOmE1nXXtYNBpkCSUbpbhL9etxBKP+ugq3ScW6CVHULNpOZsRza30m9octZsPj/N1pTUPy
7kfB0FdX4UN90pYESpXXP1t31vPBrSPV73inOKL4wrc/ZFtrW/GybE4dGy267wdHkgvEvOPhR2eW
zRiXkz8uMbCM9mMQtvrWgzDQxg074WFoS/mlQIrtuci97Egma8wo1NYluYfyr6p567/OE0SRuOsj
mgSN09f0y3FCZXIbaKMmYaysa13Iojg4tS3orQ20uGPMHRdktCJBmCvnYS6ufNzLu4S5EDiaVptU
Ambd2ve6DlYMf/JxGnhw1zryMhqBfY/jdin/xvSImx0juLJ2+mon1rll10f5sJAG6O6JhktgkouI
5UNJ8t5gK4Q6UVzOvvnLY7Qt4rwrZQhjSaqnGkaYH3fDQM26DEt4PwxDi5ZsXVqPjmFa3yOZz1ay
6MH+qWXUvi/Z8Fvi9fZ0Ha6iCxJDk4Fc+SOKxPQmvfYaj7ooTIxSu/t8pa7F9NUM5riywsVPgy6b
DRK0uV4JTl3xFQUf+aWPrOqrKk1aD8pchbfXWTc/qSlvP0RlS/9SRb6yd17n+d+yfJG8NJpNG4Nl
x3wq3Mq5nYHBzYmZG9hkbcEkfoVzSz44UjsRB2zP/OY7eUdLS0yC1Gnu1a2PfJtBoV5tt7gwb3ky
RRu4LDtq/Y+WKt0ru5qqr42HKFeaK89/Jt1aOY1G7z+qAGXCXW6u1RdauOWTJb11hA3WTj8sWK42
bYWNHMjHjz6HkDGC8sLJvH1aLRDasdbR8hkAZ60TtFl8dik+QnYqutYie8pqardOLdOhzvDSRbXP
c499UAgzllW70hMJRyPfVdlwith46T700loEvTIv/LnkvXqeYIapuAlDfF8cTbM8CVAq+gCJNZDJ
qvr+p6mIuinbynteCcufgYm3nwtP2XQfCo8MIjNaAqiUfTckQVEZc7o5Fu5RbVDyq6tBmSFNCKZ1
6AlGk7FbIr8/XYVhd9VNM6FgHp3iITIEWpZ+oOddNaEcmUxuwSU0UxA9W5okClZn413VY43vL2WO
+1mXAHfuvYrCMOHC1gHHQ9coqOtcLoi3olB5ZRbFYr9r3IA9tE0YTib5PHsPjD3RonLGvAiPA91e
qrvWd/NrhyajTHVeyuvOWaZpX5uGjmKrNr0lGf2ps5IQXwwmF4vrT7Gt/OAH4IuBz7Jmo03LpkEG
z6LFfIhKa3YSwVwDIZ0qr24kBmnGnVNS5e8mJzK6ONQOfZtIeC5oh8qxyMqnsKUnrsr+cZ7MqtiN
rbvoWNfRmD/QuxfftY1aNwyaSr/TtWcBpdsa/6FuOimuJLf8h7bNJ9gKOcl/CrW9HWMFi03BZl9I
VxurdYcE+wDroNVYyrRfp/px0AGl6rgEJPMZWccAUseP7loUsNET1Xq+h9BHnyiCb7zF9uhzr3nS
C3qSZ2er4lrNfRdbdBsf7WY28mOkyvIb+RB1oJF1AYLiEU0ZGJ61IiAxk34vGqf9VoRu9mlcl9k/
dZERhtfMJcJkLqlokk0p7zpoqm5KatEzFItQzG7jhQStPiy1Fy5XLZ26b/gkue+FEVRF0nPbR7Hg
7MudOVvWiJ90Nt4JZwlQv6L5YsVojtBha0LP+LZQXjzkm6c/9tNavWurjuSqCdvwI8eKj9SFWXXT
zhnVPQyp0P5gRoZRXOGF64DP1V1zqiv8ib9jTDdKMG9ZLYlUg9IuNaFLEVFOZHGrR1W5y8IJxB4u
wV2ZMCfyDq6YbEyemsptuSL99j3Ro3nXNnIpuRUgUO2GzLNSx+sbhz7WZN2Rvk0cJQhVXng7dPRI
bwdqNjQBkfQ6evMyvfdma/0+NqMuriOtCINiVPZR1X4eJPPJ+iRpMy98NnrPehCEGo5wJ3SVymCJ
PiG0Y9GHLZrg25r1gAznSIdssGwMHis1NCUuFD4MvaYeuiAuIvRq4rDqgvxQzPZo7c2QfgC3Wy8A
XDayzujneaKKnSEY1SmNDQ+ypX23W8re+ji6rvzkidG9x452xVlrMOn8tmJZD+ASXOZQTlN2qIEa
EcpaUZ5/HfSYqSN4WIErTiR/rgWkiLjfAgoiuARmvQ+HTJqp30TeQ6NHDke+lAxxfOEuNDbJNc3d
5Ofd+4Cx2G/X7qcSBWISISI7fdY4FDXABLkJ70m6unzCyK4XWBSU41Hg4Vjdts1IpWlzBVC6+MFy
TesNpe1BBKp43zgngpvXDO0FkOlrAEUEVPFEiyLpZQx+BpDKzH7okfRmHD26pF5Rbu47U1mYS+be
x1Ko5dPfp9BvYCRZ0MXAITzJbKI99nJoqqRGdAAbDow0m/XeydSSVIrQKRSuWplV0U6jqLiqpZp3
uTFF+7EuL4krvyFux48AG3kCrJ+E187AKWx2Db8/r0F3Z8PNxh55HCNd/Sq2LtApuupkkrlAJTue
tpz7B75XL3YeAnzXKKrQof37S3mNlWHACqAKHzM6gvBzX74TbVttnfd4fcKvbm4p4duPvVMXF0C3
r8e4jIWAzYcnDgm60udvfnUVc5GtTk2BlBxTy5kA4Hs3otnyw78+EMgfWP4u4Byy4PNdlTMc7aWI
mjSSUxSPeTffMOUwL8zf3wDEnFip6BMAxsF68bS3/wC/tbXenHCpeSA1EAPqQD63Wz989DIfJuqG
r91g9Mvj3x/trbfIgMOzAPmevAhOf/7HovSjZ3BTYZ1ueT8nbbg4Rzdqs73K2+YCovDNswLc7kRE
B7nxioRgYIi2gaBvUjcXn7sRKK8zTSphktfcYsSRHW0EE/eIXqrPrbMNiZR2e0lR9PXeZFP+8RvO
9qawDeHMOuJ5F8SDSKdkc5sb0v53gMPJix21ZoAGiKicxSEzwBJ5pReSshZtCWWWT/SJMZ3dJveJ
YQzpQFlN+TcwNZcklN8Kgbzgk4Ifxs8I0b78opAiN+JR2aSNdMfbIujBUK75AKoANT9tMED++w56
cz1keHxw08ir2Cesxx87qOjg5htyQIXWlGtKp35OPKPy95PHMG48yfL+fb03OKl8QjRpTt6oAaH3
9In/WBCGpjBXTzZpVssuv6pWVkpa28tu19kv74fF0R+UYjzX4G2Db/PM1NipjM2PbXcKU9HW3nU9
VvaXv/+uN3cW6mbIeiJG7p/L4I2N5xQZOpMpBsvVd2OEUm4g9Rz/fZU33zYm26C3Ac5Qk798+Hxc
NBWgDapsowdQREb7UFkzk2mqvLuBrOJCLH8jKOH0QqBF5IkG8TkoPvf73psoCVJMUaMrexz1nrGm
R9cMzJeZae/9Fgzt9K9PefI9QN0PvR50lO1zqdKtryyXrLVJVdNlz4FXVp8hRa33nbVsV6sLIffC
Y76OTf+tCKcaNySAgees0bxGDKBY8zYNPF0ixOu5H10Z0ToLtyApwHgnjWR7r6umbWcFQChq8DB/
/7avUFGn34Biqg96FlzkOeRaD5NblqvBxjYDHymrLbyu3BPTbaLf3khh70OzC5Oyl+O/SsqxMgwN
Xjk6D/yAs13FGM3RWanQJsd1+zjqXqQAUVTcrTPeUJN7SSL81S4+rQdhC1t64tSrrIkbdBXrVrd4
39jljzD3O7kLKKOeNvRW+8TehkuuGq/2MSueqMcnixTwXOciC0sdMQQE5Q2NZcKPLvDVw5QDTimw
4bkB2hDcg58ILoSEV5fraVFg8AG6TOBsz/24i3FqQsTg2nTswiaOog1uJJNLcILyUory1vOdrm9W
OeEVXouuG7bLlKRJi8CUfewZdV8fkQ2zwtjZTH2gcKi+N7zcw9/37H8H4wWajmdEUhgIPQcV2aCz
rdNOAEmAA3WpAWXsg6aMpScW4Qguy9lBJA292s/0+sq070T4BTxyw7RpysRtDhaLkQTArjQHz/GY
51YWxtJm4Pn/iCZQpU45ImOIV+Rfck9nyv2sTcOubY4GzbQU3HF3CCN6P/m2Tg9/fydv7W76qWDt
SedO1/DLGC2iXtcuVX7azf2aeKvM94uRuzdo1lVoX5WXeLH/bd7zb8BteCK8QWjgf14u2Pk1k9Ba
d2k2u7SdzWx7R3IhlpsMA6uHYPU3nQ5r7nzThh3cl2ZTv/Ptacjietjc950C9P7vrxylTcI3N1WE
cM1pu/5xR0+66yfVZF2KC26dRqrtjvRd8hRhLmsfgHa4EL/fOGkW8huYVGAIBKvpLN+iW+E0wpx5
5aVTHMdBP3mrL9IQxZz93z/uq2uedA5ePGUWwm5QAc5W2twsd4XNtKQkWVaxbxbOM0p5lwQOX98F
p/2DChef9ARvPqtuxIxvC95ffVo1nbkH4YO4tOMY1+EmkVz0wGf0WeBcUTFcUqd6XU2eaCKAc4kk
0MOQ/Xz57XBAj9pgdvrUYRJJ+VyByQiCfKfRs5rSbnT9K93OY2rn5DmujrqHvB/VVyqkS6a7r78q
5ogOgHbLszhJ5xrb1UwZaYLHQCAgzI7GMi+/Ixg772bt9eOFHfvmWuSVFPE0/FF4fPnUzBxD8M+s
FfamjuXiILprlVu8rGuV/n0LvbUUpMoIM3ELCPK5vlozel27hV6fmqtyd2wxeWVn9afK6ssL0fn1
Zj2dQqiXaAkjWHkeiRiVOOBcIz7lUm0qpisMJDRXohMX3t4rKgl7Bk15i9eHGxj3wcu3B1usn92x
xElqWD8r7X80YD/stqlUqefjP705tJ+CE/agN/rqwpF8633yiLQ+Tho8XLgvF1et6az5xlPOhoz2
AxOaK8BIxbEatu7CUq+v2f9cAXEu5/yTS5w9J6wDqwMdM6RB6em97Ez/3UrmlJpB1oGroUbyGLVF
w4Vex5tnMmBu9n/rntEAbL/PzQqLVRBkxIS5n8RVXYfW3m46tW9wo9whdDhc1WUUccPo4XFzh/BH
g2f1pcj+xsum0KNDRE5IM+ScQbO5AsHhqhmwABn9BES6eR3UUHP7IbpElXtj97Jl2b7oNvt82rOX
XWOOkFOfD+nKUHVHt0nftLS3v//zaTypL5yIoyxE3+Xl7kGD1OJ+7IcUz67m0E1rnuJcZ8dLYy0X
bqnXiQHkYioaqjcYZITYl0u1KOeJsLc5Jb0c0lDi0SmU0zwvHKo4XFDIuXAs31wQC2iTZ7AhHJ9d
w3m4WOBBgoEpE3KOM2zqnay8X6AJYB94lbxwOt7aGwRPVMWQjwHWfHY34sac4wHTKjQShJMUjWfG
yBqaycpLvXAi3tobHjauMA25HdAAfvkqgUsHi4xwyxh42++tGQewXeSXkLr+vjveWoesmroB1RYf
LbGX6+AP1+VVJZDg1WGYRpm+hwhyyTftrff2n0smxyqAYHi2yEhBa4hsHtI5j5CLZViwF8G47byG
c/7353kjgGHldfKsILXgwc4CibI8PQ1Lhxuc65xsf5HaywoFxmUqlju05/1kLKZ/loZk28Mror94
6sAG585lWG3l3VTOKrVqKvdomIcjNJV33aqsCxfeG2+SOGCGJytl8qdzuQALVmEzR41KwxLbj7nC
4q6ENpzMIUO3v7/JN3YGr/F/ODuT5biVbMv+StqdIx/6puxlDgBEBHtSFClKmsBEikLfOxwOfH0t
MLOqxKCMrHyTa3aNFBFAOLw5Z++1IQN5G5sAQ+HrkTFulm/2T+OuIszlhi6UF9rCkR+M8z+8wSxr
BhsTqqaBc5zt6TZAv9RqM86rctkVWZudNPTeyFqg7Ucp+X+wDcIQSjkYqiyT4bED1UxGy6iWSeza
DMf3RERs2DdsA4s6U/8qOvzXk/pf6XN7868DyvjP/+b/n9puoR+eiaP//edl/jS0Y/tL/Pf2z/7v
r73+R/+87p6bz2J4fhaXP7rj33z1D/n7/75+/EP8ePU/u0bkYvk0PQ/L7fNI4fHlInzS7Tf/f3/4
t+eXv3K3dM//+OupnRqx/TUaDM1f//7R6c9//BWwm/+v3//8v3929aPmnx24kafn499//jGKf/xl
Bn/niMpml90u9QrKQH/9bX7efmIEf+dYs1FhgFN4/ApDv2kHkf3jL9v4O9b1DQjAYSGARMi8O7bT
9iPL/jszMRNlwJwMyJOj4//5XK++oP/3hf2tmeqbNm/EyDW3Mf3bQXOrv2+YIg7TvMa8y9s28Ldj
3VzJvNFcIjQTNBlniXLXawRqGVvzQABdGKYrhKzyU5da2kEgMj7JZeuc/Paw/v2hfv8QR6/4y2fw
mPN5GWhaUHh+/RkUCRFWPfSbahoNT7vq/ZVnaMN5t9h+/P6ljl7xl0vxXLlb6MuUBo+WT1VroyPp
ZIfp1NaxWzYzTe9+LD+irr3MFa+eK7QKuoguBd1tj3icGVoK3Hy+zj216MuQ6bfqhM5Anx8qId2r
GYOczUraFxYvY+6LSF9qVzvtYcI9Oc5SXA7L7NwleAyW2HIH5liiUIK7cjGUcTLLxiF7ZhbWGqYt
LrFQJHJ0Q9eTZbnTtZ4GBVQ0RH996XbfVG46u7bzmnynKsMadyleo584OrzdqOa0CWVRjm2UAWkn
QH1B/71b/SmRyEXd7nxohL3uB60mKhdjmZftBn3t7DMPz8lHpek33w5WewpdDtW8zUt6fBJXlgnj
XNPTiErHk9srVjKpfRgzeDzceA95G8kOsdjywxTZPsVvQ77voe3kGmLCDbl9oqX2fL4kyo4WRs99
IK1hZ2jOIkJfa4uTIDWM69mv0ygfwC2XhiAQBxhSJAiVD2fJYPpgFTpaHzCXU3/jMEnhloSON9Tl
wSwFhhg+3joSJ9aNGE3DTgM+2vdEM2e4bO/efyfM4zmAK7Ll2vocwNg4Bhyte6pWTk5Ymhaarczv
jRrFRpTpa32StlX/hDerW1HWyvrBM7MOU4cvp0dKlm6+M4qcsARvdrIzE5FLvZdl7TpRNdhaERVV
t/zwE/KHD51Z4qfBEYZEQu+63v/Pn9mGv8Wcz76Rlu7Raz2tTSHKtWHg6PX9OlTikOP6I93HvuzM
4Of7z+vt+IHjif+fyuZGOThmmmv5gOnR8rQQOV1ymdirfaAIhv9DS6wP9govm7ffpxG+Ghru7BNY
uukhH9ebsyYpNRcpUdjInMxW2mNBvpe84DunNLTlpPcRqEAVQ4YXLo6dPq/OENyolOTniPKcgVmn
wsO5J/Gu8E+NLCvvx0B5N27hZU7klL1l4rySpRPrNnr/WMcHcYUA1p8i4eQBETRenatozqW8aZ1N
uSotBV1FmqbQoiVBhBjNtey1sE0b8wbtTxJc80P307wuzqMifLBlE6V1Z21Drxu138hEhXtiJWw2
z/SrkUGSncisz+YPNo4v2R3Hzw7OFcZwUuPghh2956Uf9Obq4sS2sxaRnGF29RD6psJPiXvWuW/a
aviKbyQg25cCx2GVmCZRjXnB9RAsxU9VjQTAYW4bHoc2SL6SQeDeuH3h3niuJA8GKWxp0jsTwZeB
Hb4Ie3ygP94fa8Y2co9vghGwxSwAfYdU8HqyEtVAa8FBcYYGvaj3ztLIc0tL2jgNRraLTeZV4Sad
OVBAE/FoGxiO8PhziOoT5PhNUYWQzNwznPvTveV2VjxrLDtxLUqM2+9/2O2BvvmswPugODB/Ocd4
8YTkFhvfTRoVpTXHRpFUkTMCWHn/Kkd1VOZHmrGcPtiks50FFP/6iXR4DtOkb9PI6HAcNLqnLgys
yVZYdy1VHEqMYWel6Nsb3x1u3r/2m+3Sy8VhJ9PU462kPfP64pRPpcyqLo1EnS2PvWvlsUPr68p2
svS+Talt4Hq2MAPPFXouzdJUHnMMnT74HG/XCD4BR1dmbPrTlDhffwyvx78+2WxjtGyd9hmKyQun
5TxkL02Ji6Qx/kMK6ctD36CuVAIoBLArfX1BtTZSWlh+InNzGIGPdU+E2+PGVSMCcuF9REx+O5Qo
cDLr0X0iCeBNn00wbLJpwT0+V72MO0M2Edr7j5baP15lqwFAIYXZdtzTgOsdYKTirghasU/GWR9i
OnHeB9vbP16FwjD5qGwMEBO8fnaz32DhCriXINiaR1rZxxo+jPj9ofmnq9Aw4iyub9SyY8VYnTBF
IxoGV9BreGr7Ndk5AsXW/+AqYKCYwckOR6b1+l6ctIZwuRk7vG6qZEixsDqZxaRu37/M23fc4ozj
seRtKGbnZWr/bYummyp33JovBgv0vG8tZe07fvVQFqV7ymu9fMETNkVG2Vgf3OBx542RTmAwEa4s
7NS/6Wa/vsNO0ScZEiYxiB3WThdre4ffatpX2dLs2jVYorYUa7SKqdlP9hOGkzs2QaSXJflHMTHb
3P56PuXIjnCBQt9WkzhuljjK3KgbU7497O4HvBIcAjgbTgJ7+ffJ/dXB/fcj2MtQf30tDiucRHnW
Bhso92gP6AL2ULqNP6NFXfqFtz1AF19M0os4Odh25Db57O3zWdfPnKHMvdCviuSCeN0E43k6ZV86
MXvJdc1fuVX2REYbxTdH29cT9td4GqaVSXHNsVwH1lg0oS0XiXDVKJMxHJHipjiddAn6xG55jlUR
EEamD0jXfIkf9P3R9fa5bngquorIYtkWHHNL1dBl85KYqHUl2+omtYxIS8V0slogH96/1NuJmu0D
tD2qw/RQ3lavgFAp2xBQxOtOf57bRVxoIsXMawa/2r4RH+x53t4ZTDibujBnB5rj/vbz394byPW1
tc5cbkFqEhZap5pQwGsBg0IX5IPHeNzC4FXhpjivswajCSX35vXVakyBdjkWCS3+YQ073WvOhD92
Zyv2pH2yNvp+rizvS12hHp/GYDjVrVKPS8MpPyiBvp0uYP+YHB1fqv1v+PqW9HNJcFoSenLpHvBz
j4dcDX4boh22pnCykvW0qnQHYGXtfLBFf/vIt3l9a1BzaH17Zi0X26iBayRAMTCRFCvn+hFjegSr
5aMHfjzFw0yFb/YCeEN9QnTj6+c9JbRpRo08HJBAT0Q1anHifZir/bKU/z4TcNBAQ7CJKrgx2rRH
Y6gonRansN5F3VrLDMdNkBxAkFEikovCzuFapWPhOlz0/FTDzM+Ox2q0JVZSGU6cFn6Qw8nJ3M3Z
X+pQAoemv+jJeuygESjpfWIygASFLMnRI9Fo+cOWkIrSnBDx9iad+rLDhV7DoHn/VTz+orgvjrjg
C6kjbwjcoy0MySmd0U+QhwpvLa/StZD7RWXaBS6F9oPX8O0XRbIGIX8c3ml3kynw+ovCQNml9apB
/RlrcaI0jfwraVQf3NCbAw7b3y37GzWGA3KW2v/ryywZNZypGkREV6H/pqqsKOAGzFrBcc+Zr2Xh
1D4VZTl9FmODMbSRGlNBVmXj13oUE75WmFeUfFwiG3DhttoQaVkuqqi355qkj6Zu5rgDyWiFs2U1
IvSaVGTRtBbJR/vLNxtr7oXCA0UDOr50f46l0uAzxdoXBXSpqrgz4En8GOfJZUObe2f2aLP0Kse8
VV2d3yWZ7C9cs7M+EPm8/dY2KDFTGdX/DR9qvn6cU115skpgNc1k9u7zBK2Lka8fiV3/cBW2gS9K
XvR5aLRfXyWV8DfmthGR0XNm6ajcn8pE6rv3B/tLEev1W2yzFUS/gf6QeA7naLRn5GXmE4CmqIZj
MSB6nMF8Ca8cPtsSc443j/J6QO5y23k5PtuiVPedcq35MHRBh0MYkQOWEI2NEKRYHXCk9LvuIOmP
/+rlOlwmQKzcfQn9Kd0Phay/A+6cVZRVJrlggeY4ZWRwOL+nfi1FvHRJd6WnehOEcuiTyzwzxEOL
XSwP54SAT8wVSl2u5QCoLFfofKJxltW3YsyVOHWUruooaXr5WHfW+gSiIm9DA9VKFg4yAFOVliQr
pzWm9fef4psVbqPr05HcxHD8F/Lc6y+rXCUHH0MNEVux+aH36uDXlHvVSd4n/h25h2U8mGOrdkEe
ZI8Jpru4YYmAhzKt00fdqWOVNCKobQ/hbU0+Tn9s1l5/GDh2IHYarHiWeVsmYYShX+KwZqf60W1v
C/frwUMljQI5/XOY/4yh11fqFkRWqQZExAtaZ7pYbWetQ5fmL9/LgEYIootMG3BPNvmIHY64InYn
AhZu9Ck17z74DraR+urDMI+SB8tpgKADpJ5HH0aNWZIsGzoG/gWMqcShY8F4mYMAa1M+/Ro9Z1QH
Fqiqi3M9N89pXxhUvGAU+ixBev6F/odtsT5r0wdr/9vxwWezthId+yB0+cHRObw2+hmfatlGqbLV
tDeWPNkpkDi/nA4S/mneB5WJn01vg/26LJilfOmLaWdD9TmHhwI24P2H9a8d3qunhQqJVc7ahi1o
22Ou5VRPhkjTGtiSWcAcMpPVoXgYVKuxV9XsAClGKvXJapJiwA3oz98K0QhoB6WnfavzRb8XU2s+
2HClPtflgiYkaKr7ajLXKib8an4A66XuqFMldygR6zK2hsW4NKvMIt2M55OHsL60OzuB5HXTjjgm
wrnW3JYlxSr8M2x6ziUgDut7mRvar9oaqj6SprP5G/0k+bIBIZh8usY7HQ0RPLF79juWJlsRMeqv
kGPSurWsyA8yj2hg9kt0PbBgP7Kl8c8SmiOgUEyCAvCiOtpzbvYzpC5hJzsbIBK2695pOwiMSnyd
gzld9w2oj++9w2xDXdrI5nDSK6rdpjt4cm/0i/PUw4RgAvP9fCKs2h1cxDkLHJCyDSo7FkgG9Wh0
YCddKFip+akPG/27g892q8tlzRebDgbzVOrSvQ5SUI+hNOc5x1iPdftgyswvTgr88U2oZAkZpTap
F8QJZon7sSGO6JBDb7mdrHa4T2BWAtqhPzdAFcJuGbbJVF6VKhdfLBaRLpZAAJ87cxbf/WwpLoA4
ZHOE1dHPYrdemydduc3OrJd6OUX1k5OxOLUuuelFP5wHkDpwJbWt9twLbEnRkDfrF63AShNCtSMb
YCRwFYRnU8kkNMfKz/dQvIBMsV3wHkGLqU/LnASfHG9CY47J1pRUiKfphzAYP2GL9i6NLDFUP2qn
QTxWFOt62YC0XA9y0sUVBaXma4bh4wEiUAmqYxmMIeomenZ7QklMzvuu1mZwBCgrn9PNLiLhWUl9
iVYtULFSpjtRwE4kVtSprq+Cuh/93dpY7B70qp2Gq2my6gW9TAXFEssykD3HEwqImN/3IhqSkVvV
3TUwdiaJwnrcWgErSz1OHr4tR6Ma3pozacPQl0gUcifXhS1D8f2aSE6PFp3V1N6B4HS4JWrRMOc5
/UC480J3IO7LAsSswNliIJsTth2WFWbevVkZ5unmVdgeXrOCNzCEHheOvnqhvuRzGdsN2DSNnJx+
r9Wlp/aqTsQdzDdJx6Yusq/Ed2P/ntdVfq8TEp4i11N9toeikVzOQILNi2QtsnugVdnwZZL6AlfA
IhZgF5T2RKRwXaaQajK/mbDCdsVM7hrnbzI+DaodkqjR4Zxad3ef56S5R/DoLN7J1ew+Ad3h+M4e
bXlW0ifnuRvN6uA1s7wr62YYI61jq8/HqZtvQhpZGgrljRcpgB+2B7LWTo3c8b5VpO5+VR1MsHDb
g4FkcArBi20IpwYnFpR3k7649nm5uMIMO+E3F3LuguxQlexFoxyOwwTGwV5oWow6EWGGmtS31iES
NvSQf93kytYhzHnDZJ91XWXqZ/ipanGupynZ7l4xWftW+VYRwjFobnPTT9rTGSyeG/MGB9Y53muP
jAPdxzKbwOQy4n4UwUFoABzDGsrCvB9dVRGLinF4iGkjtJdLRWJOpOYiWDh9T5jscxjqB/RihrfP
im5eIh8g4U9Yh2u6a/xk3Gtu753h39UuTIuCYbTgHn/kbOVxVXQFN1UqO/LRXebuCACi+ZRmtu1F
VqdpftyQw+yFBt2ZS+Ch/g64pLIipoki2JGp0yg6nU2R7Cffy7pTPRNgeoUv6+5E1+v8XgjTzpAn
1bR4vMRCIcwUPmNfDshYCGWgMFst4GYguWYoGmJbwPHc28HgbhN/b9Fb7qbxZx7oG1zInK0hxHgt
9BPVl3q/6y2nufXWfnmuGi+v9p4Q1ldbLIAMp9Ri8ZjHPIClpEyMfKVLzEPVDquM63ppYWZJDxSJ
WEE8xqjf7PUGEmT2OHmVP184AYveifD1USJenOnx5AFHV6AfWwweYMs2LmEiYYee8vXX2rrzZ2Wi
PIaM4qQBPC46VMayxqnmH2Qx9Z9XvXD2WW9cUokCnwTWyxtGagm1flWrHFdE+qh13mMN7K0hTHRX
JCqued1DzVXEFmlhXU53Te7dKNHc+ZIxQ38yXJvrvMevb5ennBp3c1k+63kBVMw+daQeEVUIQca9
SsCCTSKoYjgKcc1Y9h0gBq4KDl7mfi76+mFkcbe78XwxkuJzW+RX8yLPHbd6LDwjdIb2cjW+tdNd
meIos56AR4S14Z3a/IVxyfcV0UrYl/esrN4ecnEZ5/Zg8FRdwAjW4IQZ6ckKPkVifU8zVq6mo3Ld
Jfr1pJG+jf8+m24TYs6ykBKFOqHXcE4lld+1YHbiSgXPMOr1TZp4Ktb7/pB74x2ZwXsdWJsx1e1l
MldMu+BBiMP5ZKvqVICI5A5r9ELDA/uNu1EjKcmHPPpdb7zhRF+8Q7us393M2fVjcJmazjnf/61l
1veO1p44uVzCUpi3fpd+wph+6pT3fnppOdAwJnw8eCLy9JxRJrBv/Cr79Mxj9w5wbmOainuj21ik
ZgfEb14P1pqdjsry6U7On2vUbLPUjI3lfDro1n0yFj+MoYl6YTpxhaqumc09WYTg7eAeIWH7CjDu
xsiovWV0Z/RW/2zmIg6CBOKe71C/1mKP29xgmuZBtNlnKwMZXPhWrElYVIDDdr1WpXyMG7d2vkpj
fgCUZwGWSbXiqRDVzzGhwaXG5tIs1AVw310wZ+yH6uukUlNUacZpkRrWdz/ni1dLE5EApc6MrInT
ZDmf4U9maxHPpv6zZQDt+mqFafl9pkc/O8v1nDoPFe9TOLl5DCTkJJ2c/naGFC8paLltyrs+73S/
/Wkb5cmi5BUlgYODozC00oJigRi+wXFuN8XjTZUPJ63DqChSPdLX6ZEX/7oFJ3faLg0OKo8pDkrx
7YR7lnw+8VROJfTWXINLDXQE7k+ovA3G0VzOotMvBj3xiBLu/YeMoWOf6rNziYziBIThiZ5gc/a7
4aKUNJk9/6J3IEsIIKBhZWlXblFiEXMt2qiwDBP2MYdsLH9y7M0ACQzPhVnfzb7xzRsyYk7HHxLs
exeOXefpp3OqOG05gtxkKG1tclFCD/viNpb23UQd8rM2q3SJSHlcplBnDwLmcSxQB1RGGnwK/M4s
QoejIntINlhBLMalvwVC1AenGB/MFiTXsnhRNpoGxmmkdTly/iq3otIU61cyNo0k2ri1TSyTLhij
IZPllef3rrFbAKw+VNa2toww3fh4nu0+B3PiQkIv2lkizGx1gJ+pTcOi04iWHo38Ogmc3I6g9MJz
ztDbeNHkbxIkkJ3lo6Kn/ajrbQ/l1xpXuKe1XCjUt2QQwnA0YKotTWZo0WxaveRkUfdnC4TnZaev
gzBCyr4koWh+2Vohd238qHW7+QSKRd3a7iyLfQl9GSxgUwxzZFQkRSALWWcftbnv/8ymIvsubAm2
WVlt/8mTvFxxTxovVnn4ukxfQnOiuYN4GkrqQmcCrgUQHtCPVdwtBdtG4JCEaObemrTsj8u2j8aq
ogRiD30P/5HF5XZDk66sg5C6NJIj1jKfjRDtp9bFU+9KpD/zhAPZsBXbEEcZw1M32opfqX33NoBJ
QnY0AmO4sywnCk8l6YXUnjtjASHVzXZY40f9tSTwMXjVBumEaV/BpekIaJlia4YfyzIys7sl1gE2
T0bRS5733oocjDBn69aCpd5e9UywZaSzRwMUPlvpeVAMsAMtfYZ4JrXJ+VU0PV9f20/pg43bxQod
r8oejQC4084txfBFE4a8aBcY36gTpoX2YzL13PY66iIEYlRcen7N0u4WQhsgkG50J3LH1jaanTnt
o87rCfJcg268AZuDIQM88kqsLIKoGN1F8oWwluYR8IxpAu1sjB/AIGHIQTvvrm3K4pflYhn1aS3X
mm0ZQUBOlPdbYy9rpqDYs9kE7QYVhTBcf0rhqdpjjy6BAq5+QS1E+CeUPMohSt0gvy1Jej7X+qp9
8ODiXMF14OYJC+Qpb6jgrZo8zz7MPgKbEHpom0hupTUF8J3d+VQm5ncmbzOIEmNlZYegyPbNdqYg
AH3tQyXrky49LRBOf01VY8lYK3IPTlztIqVTpjU96nba3uhDYfFiI/EO8brWX+ayAtRXVFt3F62N
gwKDnA66IlAYvhYBQp1wXfy6iYCwz6ebGnfbIen1eS5coLUWhSwjdook/6Sl4xTEVMTo2+YuzOvE
nYM1XIFLWifOOsirwap92MFDMz9yzsCO70PxFvtOlu2l4fVZH1q1lj12/IOvLmLmmjXYN/u4p9VO
Kb5uffYQo9aGHk9b3BhJ1fyAJkOzT06aCd00aS+RIU1GBKuKeprGxvtJY+P8KSfRlZOBVxv+oR7t
ouK85FMZY9vZTXECppwnOnMU24t1MrxwsAnu2mstgtcQzrwx7rpVOs5J2iFfvLHsbuhib16nJ4oz
uoj9muhwN52bG/6s/EbCN0f5EjnS5wx3DgdtDpJl6I+9+GX0TXLbt8X4TQwuUZsv+ahhQdGAQ1Bn
Z1ABOIbKy2IW2ckwNFlFzhUENnIFbHa0boKTEutuTtljWcalA9ZvayoEHSqKHa6S/MGA6/qQBMhf
Q7j//GzpyoE+lltfb+Thmbe/YkOpdWnXhw2lAi/sSHxbQkvU80U+aFm5kwtGUvjSHNkjK1W8L5Jt
wKmfcqjhKNE16KL6Vf85e3ruxZLQgYe2s1tBzQ2cdOS6U3a2Qum2I6XNwo+xJ/FxQOIpgxSN2j3U
nnNejDX1k0HCDoNToJ3rnFLpbzj+ZaVP+cSLa0xPuSLUL2wMkKAhQ3A8H3Uy8cJqAkHOkIcBHg0W
FCfupFBPfrMw9/vNTHIEVeHpCztaDZ2/nbDLSldHsapkTnazLE16l+rueN+O+KyRbNazvaNiwZjo
yW4Y4IpS7wBbvHhin2FpwXRoqOCUMVcqosVVBztoLhfAKI6TGQen9fUzQ6AMjeEtQPcs3Mwf43kN
0pvMW9oxMrHS04US5QIkksh7HC9BC2l8tTVxjuzBsndwlxjtXSa9S90utHRnGL33rW9Q3YcoofUf
C/OZuZfdoH+b3GF9NhfZPSYp6fWnq+q9SzFDiwqtOU0+LVkemIdqGcRnjZ1EH1VjzhBLhs3bXthe
2h84RG8VLksvno1qMhgMWZ8v8TxSfQpx9k6PFRNXETJnLXlsqz7I4zGdRlw0YgLWXslBj+ZxnbA3
uNO67CijdoSGaC4JG23SFJ8oB9j62cLSNfAqp+t4AGC6xuVop9eCmjcWaD1hc5Ol0tLwkjWVw7hi
/YpbQJA3zgDr7tIdqYmGZZBbeVQsK1aoSVtBK2eDUX2tt8AwQ2eRYX2aMCJMFhGimkYZW5lrvh7s
1W2/F2VQWztPyTpaKm3tTyYI6U/UH91LnIjiikAAxlTJntil0DjMP/y57C9lGlBkQk74ogewAXW/
X+9800zB98I0T14mrT36EEeNNrNYjTYp8jIKxqY4V/WsLjkcf4BS+NNFCM3zMZ9ge0YD9boabsiA
LnLD6ZSjZ45rgwdVkvX4QQ/72HaPTJFuA4Z7Gg14AghVfX0ZU7OygVJPFw1F2l0uBgzUORnth0ZR
iTKzyjiHxmpdWw1lbWrtzU6r6jsTeki0sDs+I3nYiZdx5Khns6l6/zm/6Z2+fDawTOizyXo/rior
2O9NzXY4WrbyldkM2d5pk1topOqDxpVx3MvfHgNkJuwSPr6J4EWs/JuEAYVEYYLzh32mZrLKlnHw
fgUt9GmnboHHWbKNnW2D1xau2LueFURiKtNv+IkJC0Ex7YTSE/oFdrVlN6myOfOFTr2roOjQDmZy
//6DeZEDvaq383E51qIkhwm2NWFff2uKXnhlVLKNNDurT/Kip0vqBeNeDaN5OuXZsM8qLY8LJpwz
lw8PHyOfznI9eQBBTgIK25dbSlQpBxtLv/RHIOig1G0wp50PO0EZH3FR/jCaUZUzeshKohd+LChl
VwjMekGHY2tB/zw2VfCYdYaI3n8uf7iK6Vr41zeuDQLmo8GsW0PdFSRPRUIk+QWFXRFjUfgowu9t
B5w2PuW2zbhCVwxH6eunz8EDYztWnsgvzSbsfDPAwbsMP53aNOmAZMFloxqw1AOQPOC67mWvttp7
bdY2gGpDaeB/ZRqXyoCtrQvPJ3xFW88p+mVnVeWNh1H5zmfbXeYd2EM3fv8hvX2r+PQv5lHS3Uix
O+ps5a05+o3eN6zd7B34vjTKlagDR2f8TwXy21vF4Q/7v47oSbeP2sEdcbAQgHF5dGvr7VvCl6I0
aHmfTRdPFNGO79/ZHxpjeLfRWG22UeSbx/7ASSdRrTRUG7lOIq8KFudda9v4nGtnOEWa4+z7adVv
Zw+sL6WyNrY8ORzoUdc373+SYwEWN448AkeJRygfev2j91M3llp51Kojx5jEM2FXCeaWudm71Ngo
uzfuB9KPt9+pjZaURiXFHpqnx+pklcAbHhbOT8E0NNeuPTZfa1d6F7NdFh+sS3+6FKvFNjVvX+2x
ysTXMuoKM4VpytitHSLigDebUAeHeh4E+/ef49sXmgMtj3GLWHTB3xwNIE5JxEmxMGGDwSwFysKO
s5pl4P2r/Gk6xdnGCGUJwNR63HBvy7nw4X2gnCGTxolgWSYPPjKzZGfKZsVIVVrGFLGWqvHGWCfi
1AwHYQhIWA2ZoVcqjT1gJ/src6VWHg7YUa5Bb7p3cixGjb1/vU4kDJXpl1Xq7vzBrPeHbwTbl7ml
+2GJfWNkg9KcU7zIOqQPqxObSmlXeWM0F4kxuV/ef1JvxzV/3kfvtiF6WCy37+u3ZbKXyWAsPmj+
bi7lSTYQlqjhxT3tLfqRpdV9lPn8p+txoEfhhpsCXvrRhF4kbdJNnAEjQlicw0zcXEhLYNjpQe1f
5yumoQ+2HJvO9vXC6rBs0F1n04UwyN6e9W83KIUxe8bIOlWhzeYUYCafyVHqL73BIDduLCmrTan4
vBj+St20KauPevtvhXAuQh10fVicGYwYFF9/ApsTuEAMWxNE1NQ/s8IIzou2gdid9ppjgxMvZw0Z
rBqI3mlK/ecQpMRq1J2fEvLHa5hFTgrQdVdrnf/gGkVDdlsyjBQ9a4+WiK+3CSmB9WJQVS9sWgTJ
UGVPHvAlBwkhsTs7UsxG95R2J+BbZ+nLbxabCUzJebmoyzJPKFPTrbcpseYdUHMvEf6WD1foXjyV
HXbiElL9ZSa83t7JcvY+G9OKgAsVHChta2lM/ZyvfDugoliCM2vq1AgRO6RfpikgFmROKKgT3/IA
eD2XZBkW46+xWYGhc5HpBFmIUjEMX5+UpqF2n3FuGkWIT131sc0hOHiQg2hRRZrC8aJAbx0zVs2U
QLNy5/ybMJv+G9UPcZNyKNRjVnnxJZsERdmlLTqkwpT8zH07Ig67WK2FXZ+Z2viW2HAZWQzZjMgE
GGDVV9KykaG2g+MV1LY4cp/MVJc17HrZpEX5KgX8EJ+QQch2t+mCBGzXGc36TRXo/UNNrA0AX+Kb
MwJqiLvDFymJsUg4TYaLT+s7XLBgErJgz/em3UqNRnBBz7GXrtHHHlIGGc4oZQhVUxpcsEobYXBj
uDSu7KpBE7I0q0pjJONVEckpaz4D20OPlVGkvODuil95J6kDiqWW2m4EdPtLm+r+FGH9QK00VRmk
W2s1wpLUjvNcVgSXdIQTkHtl03ARQW8DZmy86tEYPbKPMK3fvT/dvJ3+CYJiATV4/+F8HkvRSWrJ
gzrPMPQ4atzR2jd37ox37P2rvEzvr1969oobGMSEXOcSDvX6lUsDWaPmoKdbE40Sj4Rs/lh4PkTA
0Vg85ThOjNNadTsFh5E4mnyIJcJfFJYdNL9y8M4Lf1SXgq1W1NFIzUNjTPULLHBII4agiwGkizMO
6l3ca20f15Jyyfu38Id5klMcUxYbHx863dG01SVNZ/OW1VENLOPKAuYdN2Y/nKWWTgvGYui8f703
fgVMOfituCIjlcseIwZJY9Az32YrZ8Ta7XrifK329SE5WX9VZ7OgZfvBV/SHFZrrMQBw5/jMO8dk
srZo5GROTRfF309vn29PTw/hLjqZw/jTHH6wwXk76F5f6mjPQfes1gfJpdT4oFr6IsFHToAX2MLr
Aff6EkfL6JIyi+rb3Zzv7/bcyuFw+PX5/NMHN/KHcb1dBm0rZn44rvaRqaSd9RTBLZfpd+O9uuij
5UaeOOfVHlJ/1EZjrA6oTU5p9KfxeqPtg2/vj5K3GxOujb/8f3N2Hr1xM9ka/kUEmMOWoVutaFuy
HDaEbdnMoZjJX38fejZfsxsifGcAz8IDV5OscOq8ibsYP+FCM0drpkHcXUPMphFJRsdgn1hL9aHp
FnvnWS8/2v+G0Jgg3M62wvc67DWpEV2CfkaNvrSQsSn6CXj69weiIOU6T7zxaj18vlGoogCjxaCC
OjHJX0RUGp9mPQXPzDDxf3+oS2oy2g0b7xFsGPHERUl6PtZijhNW7iLxIKb2txNsGa8ZgDMEFBQS
AzQ5+p4X0uinKEEOaUnKn5+otbnjJX3tEyKNx0EVoyEu8NtfUUtgBnxIGu5KFwA2jic9LV8dcmt3
3u21LwgcwCyhqYZP0WayIhpLKzPhJE2lhBxuES+nelq0vY1rvXmdLz24nDaCQjxNsEjYlvoQfWx1
sNpsNZ4d+qO1RPpKLnE6uDya1AcE6ygvVZdFpE5khfwtqWX7ucCY6jmOdPUevGehvWBYLUylfCWm
GOBqnUtsinOIKtH9e0sDzwj0exbbHk3orW1AmwKfwUNa24AtfeVV32lV9Z775rW3AjPVUpDT8LW3
Fgi97LTKDKwETD8U92RQWR/JlG0DXCbSzw3zU4PqMLU7k+vKJ0eeyOfg9sLNZStRtIUlkR9Hi9OI
e+PkCKv2Z+JVdibWtZW0NmsclKSoVzBgOl9JiZID0GlR5qWlnhJGPWXp5EW6SLmTFWbr0I6oYzUI
SUBCVVYtcIztNB/unHqW251lfWU9qYiI4SphnLRq7M5/i5RkLUF/cJm5LKe+rdJEhqI6H221if33
d5ArQ9EcXI1xbQipzKHzoTRIppNCDquntmTwlg2MQ5hRd6B9/87cRnWCTQWOx7hOId7ZFFBIdAeD
ep+9iqDSGgE4xCxk0vWTRM/nYzro0Uld4uYjRnrmCZ45OCMhe4/vP+/fy+dmaa+NPy7B7FX0Qza/
ojYnGDc294+py8yW6Kx6eTAqgpa8NmxrX7LjP80UawGRQvJRUsfkI0tLf5vsKVtZJwp/CMdvK0IQ
2VL0U7Og/STUcBTHcNA4weCETGR7W0DLaZ4nwSCv/L5CpK/TrJQ7M+XKksRMDiI8uBlnm7V5mlAR
aIKJ4abo17BCRDT6DGY5uBrt70CRR+czBgjxzju8MmdQJSs2bGwOuAsFbF51UI5HDh2MN+BtECd6
3/YCIp0dyzs3XS7Vl1sxIArQg433CKfq+mP+c9cGes7iIk4ldxLwa1xDGUjyimPuM0OaQzeThwpE
vdVlyG2QvrOXJFucQI408bGMWweCgObPZJXcNwSmUrwnhRwStrOkLwtxVxZgVw6rs19ZvYFIx7w9
IvtVdE8OK824jRTH+kGYtvKjxrrvZ4VKpwikblYfB1juJCaVhonUOARxREzWEjDYK5UMU22ais9z
UhSUNXWlEeesqdKHLlbG1FN6J39Ez2p+lbLSuiPdxoA5HcrTYyYW+PqDTYo89PCo8/WB5CvP6kT9
uzf7ioydQq0gWM9Wu0ZHSnXu1n1qvvSdoXwZoqn+qkEXJ6yltur5k2TZZXgg2UrtfasQ0m031kCS
IAbprePEBNHpAL6fyII0yXNzJC2EwTMSkE3/UzKeKuzAWQd6p2buYEQQTVDu3ILOQcMU0SweYnpK
woeJU4f+PNstq8keRwfhv8yvXhsvNlIY8tIPRVjA7XMKmFMexy7UPdMpgWzIDUtlV4b1HWIJYiVP
dmQYkdvOLQlsTjvOj705Z9phltYAw5xQ5cQlBjF9bcIimn1A6eaHSfwHJHa27jSwckRirpmX/KtO
OS2qjyy9uYcwZUt+vjQy+b1h2dVeT7RociAshJsts6tG6KvXw0R0fbd0x6VZw+Ehty+Vr4AW3I5O
Ec5+XdvDZ/xXIFtJ4GTCH6e0PuVGaBX3xTRgUVWAC7sZndU3egQkrIlWTnI/68z4YegTswpg8/cP
uXBm9dhCzYICN8mQoqGk2r9jOi18Wx7tnpRitQ5wcHaYqwQRGxAXhwHS5CRIkpxGqYLKoBN1FcwY
db7RKZqy20adG5X0J2g4Rl/Pkg+XfDICWxqXbzWZkqREysOY+AmwEOSBkpLRjcsECq06wdeEZGDT
xRgNJ3qSuxlr0VgPtRJhZDNDtlFBMYNKNvNf7Ch02ATJbJK7jOurJkRj6I5SEnVFoGSkIB8W5JQC
I3Jiym5CJGVk1IP/EcsrHLEcCnPUa5oC1WDeLKiyaNe0Co6mA56jEwotrQBciyvtbhkkvfMxE5+/
N40SDreGWne9R+BDbgX4uoMNlQRPkhZHeDFCZlGS8mQ1uWN4IiYT7jgPU2MiCFWq+tHuSziTDrzq
9CYrQsJQYSdbqp81CSGXSz1A741YvhjfNfb4HBHepN9wSulEKjXJeF/Bqf8ycGD9iJHVNEHGIQkR
q3AIL4IQWiuBFJm99uT0GV5apJtFiCeS6C3p5PKFIDvKcKtVjOpeb0c2ykYm2dJNTdo8gT3oPSTu
Jgx/6pj+v5LpoOLROY7Wb0HdgdptaLMxKOGm3o9KUsnfBhvo1VVkoD0UBaHzDSJjCKNnSD/gRa19
lrRJ/RQXIzdueSQXGzYpiWGSnS8QLYxOuU37ghyyTDajtxkx/Wd4EdXr+2ftlcqNUh15FHpd+ubm
5lpgoLQ1ioWbHSx92yM9Q30sJDl7e38U7XIY/m0URbQDuQ0hPzs/IUw7QlHeMQx2P8Hid37t5Q/a
CSsQX/PLg3hwHpWj9Cm7mW7iA8ZAB+dYHfJACaqDESAwccuH+cYO4DDsnJNXYPPzX7b+8v+cXU1t
9WST8ssy13Jz/zeWaMFvuCzuc3ZIfAQ9O9XAFWjrfMDNYVkBOIzJOmDh/vzknr55wceP77/ty7P/
fIRNwZHMEZzBiREkq3NVcU+INJSaw/uDXPuiQDmauRr/cR5sHkPpyIeYdU7rGggysMTAhkJa8U5t
ceVRuCtRZ9OhIgFJ3zxK2kKTi/EE8jICZU5GZ8gHM52KD21d7XkLXwIGFtXLimjLBi4I22trZpTw
6vFzgThbQS2KGvra9WBWP8dwMW+LYUJMgjlC+yKkJhpvDGL29qbGemc4r3vRAKLR5HqDSb76dxX9
Zy7CMwQna8fcG4YmJUtbToraa3tFqeCbGSGSHynC6xyiyTeJFOVbaUCCf3T0SARkoLN199GS7C2Q
Kx8adNDCLBy/i1XNeb5AqtjumwlLOfhUrf55hmMCzYp3SIZ1ScBbW+j6L0KTag1G2ECZZkZK7rhq
MkLk6mWt+GHE8vxVNxPig+c5Ln+8Pw+vwCx4X64NRW6ga9dhs4OhT54tZYBUr2RGWt6DecDNbFsF
9Vg5w5OGQZsYsLft0GpcMbfdmzGFdh6UtWR0kLXb7Ico7OQDwVPLyv1W55KSsavRiSvLcszVTCuQ
zBqI1iyBV/kRI/PsZNqhLch3FUhKRC/q1n//sS6Mu0BJ4a+ABBr0SUkp2XRRymWJerSSyFazDDg/
6zLtoQxbQoXnZvxAWV0T8lmoTs+1c65/lS27K86Ctf4sxZPZwfDSpkAbHVs6GUrWf4pNOsquLfAD
JI48s/Rg5wevbIPN5OVXAiji6rMavm82BDpnop8cEL58Zc1g57c821rRe4IUyud26GcotbLya8mW
5HvMVfmAwkjdy2K40iLAbV6mPaBimsmBs7kr9zX2OxH+MbQIRke6o3iH7jRief+aa9ReXubk8/ep
qzKTGFfSRQOCSsSPdimznzvvY513m/cBBwkNLRdODr6tlwqJ9ajfAfw8o+nw46y7ylXxR72LVH26
TbXaOim2kElzSOYPXRpPn5kQKHOUTHqyyhBvbjogAfDtfMNNKjs4SmgS7hzqDx1I/c5sW7fR7W/F
jxBuFhvtmgxwvsZlzMDombGGYAREh16EBZY7knbAAiDyQnJ/dl7OlT3FwXKFRhEm66Apm6809GNq
FeGUeyaw0COE3fpGdPN0s/MJrkxJx1pbbriQQM7cgtyLiAonjRKS7JMcwCecWqwJlMggw1RM0hLB
dGzN0rVMwhK9XB7K2TWA4L9FhA7tbKOXb5iYIaYDHEMsIkBbzt/wYuXTTKAFktPe6b8SiGwHJEXO
r8ZiaLeQNJPP7z/7FWoTGzakMoXeAyKwrSmn05dAiRpQWNnYbXjgags62WWS/Ce1x4XclcYxf5la
TfjOACHug4Fk4Y+ZFQ2KLrMHJba0Sn/A8GEklzjUsP9YYIqys1ar+ArijvgR5U30UV9m62czmvIU
9Kh8d7vnlxUAz4ENymqwRnzOdkGLsKm0pqTNaw2O9Dtv8VHgmFY+ipQegYhz/YGiU6By0Ae/S430
FNrW6Gs5+lZihaXiw4J79Q0mTbSGltDaaXxe2W84euiY8VmZyLhtnX/XOW0cEtIBNtusgp6qhbE0
PMwEsXacOJb2J5ml9lPbj9FrQzsSAnwjqQ8kaVXTTvFw5T2pNF9XVp7KTrH93q0qt+k0q7S0J8e4
6VBbIcLq9Ds673tszitnE8w8WLP4IEPOumBnqVoyIz7BnrFdUvMgT3Z3Wy5m/mwQI/ysYCrTuyz/
6Mhp0LuZrbRPuWZEd61i1jdW2Qwn+LjlY+YQDp0lojpJUrrcKNy7sh2Q4HIPpgFGTxr4RaZI2OLB
XQw7ocP+0pu1Uf6mTW2HjlAmNCLFSMtqCfdO0qE+wVjVb99ff1ffkb6yPmxqA9CfTVnSy6HWLBpp
lbXVDKQgOjjjHDL4nmjgprwCQbaT6akjqvQuTJcO/N0Szs8hHcbPjjy0cjDAprZRs5XtfZnEZekv
LUnHbj7MkC/MqFG0nUPgclOG3mbRdgUIMizCfs6nstUOy0Kwae5pmZ3f08WIfFNp5v/HJ7FNWIt0
hzFV2CJvjuCK3g/okuyoGp6zwkJ7y8H0NlG1fOhaMXEZDtvOLSnHdwx6Lh1QIJ9RS4FzMRfYJLa3
UAjvuTTamReCEt0YGAHdtWY6eB06rD9QC9NgIul0OiBHnp9yBzKcm4aa+IyEwTwmRRt+FNnS7PWH
r/0scHdNZ7qQkosN5fmLj0iHAZ2rco9eSar7BfKf54o0RdfKHA3qtpr+1BsD0U+hsok1pfLSZ3I2
BdgzWadQFDVqvKjd48Zf2VDo/2MHia8fxORt3S9NcCszsty9Je2X54L+S0Cf0DhlNjjb+4vlylBc
IkE3cMrBXH0LWpmzomHNErZe5WBC0WDZ4KtJkj1Uo7nHd7DWDfm81FkpdiQT/d0QoBifv+w47NtQ
xHrnTXWuz0/IBEkjA0pMT7ES1Y+owXs8MOMa4ZZUEWXlNwSJPIyto33J0ob+TFUs8YuAQKi4idzH
HzS7iqBXWfylr1vSqv5LF3FrWen8ZVE1DK/JuIeLaDmFbD3aQ6eZhw5qynf4rMoXXFbaLznyzFdF
Un6pTi2/IrmTvzdmewvClx+WQWRDsDhDgnlJuWAWEmZidKWxbaJjlVqtTFxHp31snVY2oHPJcIk6
wfx3Oy1BeoT+CJsVKYet7Un1ADI3SEU8uFPthL8VYs2lY5Y7k3KI4ej0Lib7eN1UZeHkbjSucVdJ
Q9CxN1uZ8duB/vqahI0q0DVF08/R5O256Th1E5zRYflizBMuCEqBRMut5ESiXOhMgrlQH05/cpXt
5KhDaZkRlpr5ixaZ5t4t/hJsASXDd2i1MV33l03DALU78iydZiivMzxxd9Z9vXHGQ50Z6g2+JRGS
RoLb35+/V2ggnIMyAM/q2rZCk+eTKhunfmkbyhBnRk1nQP+6J4FJ+7CksklfdrJMv0XICQlPGm5G
sC0fLLM/5lqhfmxkZzlAGtNPERotrnOycO5L7FN3KtC/VOXNzF+TGgCGVw4ApeHmR9ajrCbxyrUz
0krx6fUNpW8z1X/3Y11zNxa60QXxJGufZqQwL7NdJSoETUfCmkSejMbFfWfC0Y9V4LiVI5Aa6w4B
8q7eymPp9qQUUIgh1XvQlCG1YMw3kuQrBlYW+Enb1JQo85Mp0EWfODeI06JPVpqVb2hAibK2E0cj
n5y7mrtkWfrUzGb4q+3Kvj9Ejjk/4eAibjkJY517lCb97jr0LHun9rr6N+9obVGuTn9r2bAt5zQj
LKQeqMGzsCsILNnJfNq1aVBC7PieRNbwCFvYhpIJMKNRuj9V1Jj3+WBOx6VQYy8j6LzZmV1XpjTo
GvTz1SMKZvCmxITQGNmhKVpPX6TeF5juvdEGUvymiEI3BWwD1Yr3+LoXW7IFdQNyBZ0fWNv6dvcP
2wQtCj4kXpNLxSm00vYWnR7VTG3tVa6XpRJj2SqefTKsBVodm4nJCQusYiiA9SU+UkE4SeIN4EJ5
ScI4/S7pPfWkEWEMD8Y6PsOaJWeCdrXxEKuL8taoyh+z6XEgnLXlxRDW/BvzyO5j2tjLl511flEi
wauACGVo7IIYPv59kv806LgEdBZBcrWnScQIHJeoIyK9H8naOOiKmJMHZU1K9GulLnE0aJZwxPBg
GoE57T6mVYqV4+JVdPhnt0+TvnoqhlrbuZL8tTo8m8P8SNB78HvCL9doyvN1XrIw+HoaoudZz35M
tKv+zEYBP9cp1PCLZSyY8pLMOv+K6jR9HRYZwyOk3BQ7Jex53YsUZHtebuUCSqwyFtFJHmoUEGOP
ceIJH0oqeefvFbJDDXLk+fAuifQa1jAOM9ng44Nk14Gq5wBItgR78eho1aLvlKuXjXSLVBx6tavF
HBrfrahMt7rSGjNoNO1Q6KchVcBdNKEf7Nga6Lfkto8h4BD0NIq8uKd36SCjRX8H2LwzLS5qivWX
rG6aRI9QW25FXITXSlqO7pVhim82YKirGu0xVqXbKImUozpMB7gqJ2vGD1MsBbBavrdz/d29N1+d
32DCLjJ0nf/diIFCts+qtdbfoLbj4xjBGMQYWTW/mZFuh24bFYoHfYQigjjgA9qx3B9lhYQUWA8f
VnqJ38blchrL0Lppo1h+cHRwyLCX4/tmNPpDUoYCU51pOuZCI+wkpLUHoCYj48/ywCQC7cDqjoJC
NIjq204c7BI/hErusCuvbPXObpru9f0Xf7lJqVAisS7i0gvFX94UzmmKQWXrGBQ2rRO+LPI0BF3V
Wwe8ZcWnfx+KF7vqCiElwpA5X1Q42WRNl6Cm6/URwDk3p0PdoQOHwl7ttK3+sqXOPyUXMOiPLGGC
EPia52N1ljRHQqScpeWCL64YZ2o2JCwkIdu+ksW4wVZOSb8duyV34J7jI+CeCOehrTMqq2GYNM2u
bJGUysFtfpfrvD8tVY6EfKzEF1WD65/YfE47UvQPRVxITzS/lQ+RY5G9kib1jU6c5GHKij7HiqGU
T5o5i1NJmsi9mKt6B+P5q1PbPC+u9mALIB5k823FfspczxZO/oWXEUz8W47LvPRxX5I+ZCF8kgNn
9SAd86ntURzTREtuuCBjWxmBD2MhNUXRG4WJ0D3eqXIzdX0Uu0ppGLU/jbp8Uys2KgMxWnGBAUlu
vKpdrf16f3ZcHNFAR+QBcYax/OiIbI5oSsJmiZcMY590SB6VPpye6t4aT86iZnAtHZokS7K37Vwd
lN4pC2DVl2wNicnh6BKdYCV4pWP3gWtciZ0gJmJ4/5lfl2xaXvTOrnfouZd8cR6VOhfKGxorbEQ3
p0tS4XtInw/RoZZVN8QfKDd1Q03vwlhxbsNMr7yFP7hgSPgQzqufzSjHGFz0SoN4IZX2Wv6XZ7LK
7kvRxr6Lcm57DGg6BpRjjr+nkTCWAOo/rqTRnUV5pUhRMXxfH5uT5tKn24iSunR0XDgmjP2fsRQt
UlcOU9skZ5XdfI5HKAvF1M7DIa6WGB/aIV4DAHsxfaagaMsAv5s+DqSeIFp3iew5dGknQiDkNgqj
Io5rGi7vT8trH2tVEpDDvpZV6t94oP/UK/QasgzkEo743Nj3bVJEn2dV5B5izvjUOa3hh1mhP1YY
q32YdUiT+MhM92YztAespuZv7/+cK9s1bR/a/jQp/8Yfne9r/ZKMI0ZuhackffrNTAuMwSMz/C6T
j17vFM2XjVk6WJyGfCnwM1CAtdL/z6PPWAmwNthUIiecgjgxb9HWHehWj3hWtCW94eQb0xJrJxsH
iSI/vv+sV1+9CVVeZ1tbc/i2W0KeQQ/FfMYTc1o8p4aIAx0XGqjfnIr1ko5fZsDtJxJg+kBpa/24
JGWDSVahvrSjMe8UhVcWCXcHGBj8wTLZdlikZhBKqcUlFxRYOURFGjcG7up7i2R9qZudnLp39f4F
MiZPa1PJW/oSq/HggBVz5SXwyG4/qbPafFWcCPBRkbrCOsidhL0LrQMLd0O5jd1Wy3L+bzqHWVbK
UUpDuchF8P73uPICOLcJ3bHBiKnhN58j7m0ZHi2fIzJoLnaYr96ZmTBO749yZYYzBu8XAwLYwVu1
MPqc2dITQnxmG+enZUiIwstTyNiYIuys7WsPBGmHm5lObgDs4PP5bVcOCLHDtkdOgnPHDRxaq424
7vn9J7o2jI0Sg7RRpvIFUkf+BK5tHXqkaoEna7e6c4czzV7W1pX3RvOTRjmTZqXKrkfdfxZrFVeq
3SW0OFMlKnGAk9tAk/RCQNFdlJ2lcMn4gU/IDZ+zgoEgemwq5cbA8CcGP4ftNHI9kHBbLRqlfCoL
bEzzSsEZcNEW3y4r60HVyFLMqlLywkh3nkAUJb+XB8rhxuk+ThC/9joQV14FDHd+ICg20N32OFNq
OAvotEq8QJuwd8Gs5N/qEpk/V4aG/TCH1IynFOnyY51qehV0eTl84l8C37SYcCEGTnLRurY14Zyi
qZxYbgMBeY+rcmVeIFReGelwL1ZT8c0XixJ6htAOPXoWzalX0eIv2t7RftkZB2Cyud5hRk3Lnn/q
fBSyXBwoon1DTFeDtf8wYYxbL72vkhAIqzZJfAsrr8e0auPHCq/c3MfjPP6GVe6XRZE036SHvbfH
rQtrs8cRLqmtxgQmhcQ24KccqgY2q45vUmWNH2u9Wy3oRPYHD+floI9zfwOJKJDS4jfhCEOgT059
HGkL7Wxol0I6tAfcftdZAnf04povd6EEJ1SmvTii7ARM+uOMojpiV5UHwFvph4bu8KcyWjpcefEm
TYd5hhM/vmW2+lEd8eixm0H/08gCjxG4MYEpquU0dTFWKbVl7ZyH65c6f2vIvmEQ0ebnvyzx8y+J
1a1j1CUfUZKgwXZtZT/gp+rc5dpEDhLasqOUj/YO4HNlUIz3WenIJshY2UaCL3U5tEaP81IbLmz6
2GA94MbTHcVUzZ4IpdKvQAi993fMy2YwobxMEOJtWL5IXjcV8hCbmar3rfCmpmi/xUyi5wqS3Fe7
HvVH3B6xRcMBzvlhmjEGs3RbVMUrDYyvUCeH+asZd/HPFoeXR1gE6so5s+ZvvVqaX3Z+55W3s7JT
YN3A16FIWv/+P5uugAYhUqMWnj7AfWajJ9YvV/Tlq602UcGZpRY/az2dPyhSNH2ZMaJbped6Yfth
3RlBAlVfvamqokiDhur1tgnT7DeOjAX+RumEsfP7v3d9bZsZxGyH0UPpSH9r+3Otahb1WPJzk1xr
/FRGEJ0j5zpIcaF9HstW+251CW7SMUy090e+3JLx4zAVBSYPVYJsbV5UjoRsFUWumII8UkJG8WPU
0eXoYdXunOrXhsLKZQXCuAgj1jv/Jrh70xfU6OIMyNwDjBQdt7bTwZ3xt915qiufn0MGixWq1JUp
ssEsYoIOI0kGs7Aq7EEhr1f2z0VTo1vJkWecgHHChguuNfJeKsaVZ2RZrAo4Chd6qJvXiaVXjuGh
jHGL0oggagfHL/Uycx19N9v+khxoQQKDjAKNDmInpdL5+7TLFIYP5t1Q0LPS9moY2b/LBqHemnmK
w202aVygVfSJzmGyQmMMLPam5abOTRz1JQkjTJeKjthZFEUS/rYFKKVZ2HHk4YrXqKeIaEPstqNe
BE6kitCX8E/9Xptp2bgD1HqHlASq75095sq3Aypeddtr1hrz5fyxauHAoijC2ssmI36lIu3vVgHq
vUEY4SfYJbJfLGn68f1lcHnkUy7B9eXSz50Gruz5oHZEZ4+8FixcRBUGNd1IV0tH+d/LM4YBEYBS
jAgMy6HzYSalH5HWOai2k1lFwjCbH81pQZ2OWAU0EpD2hLkmKkO9Fre1bAgmbEqU8NoExlESiyJK
K3dO2vCojCot6PffwroszrchHUoVjSpoL6ufwWaF2rnO9aWWkfaQb/DdzGMECVgT+bOJr6vb5WZ8
fH/AK/UqMlp5dZDjTsQX33Q5JRI4ZlIOGk+NbXnAGdp0fDIdDAfLHmVxvDQeERjEpMvKrh5p1qFX
erHgpSfyHIfR0Ircss2t77FcZE9J2PYYVvb5Tiv2SqnGNFuJ4Ng8rD4Cm/fCth8NnUSsalEJLcBl
zjyoMtyKFMeR71TLcYq0trGJfNbFrZFP46FpiWDEZD76BNHVvAOa3iPBXZrBgZfxpfhKVHpcfzdb
TSGVCv7DKsY9hPvU6Cdt61dWx+m32KiX31UGIHxwaNGEQVYjQgmGqu+faVwV1SEMbRIUcqAU3CPw
rfwiNZ32BuW91X27XRTZmxa4xAoAxK+dD35ZYVJX0jdgnpHXBlXhfAWMApKb3MgShikDaSNDmwMy
zcZ0UsWcBdB9dWSN8XRQGnN8FI7VGf4g19oblsjm4f3fcrlXr/smfLK/FQIA3flPqbHkpQbHjLKN
6h+IfJU7p9d+jZPodvqKl5sLA62WFzRPwdbs9e//U4xIsZUUxIYyUDOGnqJkKagvuMX7j3NtFBhO
zFKceVYM/HyUVg3TWHRchrI2ZlIMpR1MFf7P749y+dJQpgMWoDtk7nGSn4+iDhWeEKaSeUlcNd5K
mDzghBndtqrx9v5Il88DPmBqbA5rbDlV0flIgnvzaj1PNGxWlneObtDTJwkheH+UKzsQhGqdPuJa
BVHWbnb+jjgqTREhetwxcx6Sehp/RxBF/KbFtmlkan6J8i510eSSmtwvg5cr/eDjviq8qGxAPHHX
ucujBF/4rLf+uecCqUuhksXDBMeXLQgErqCEYZ4jPtXFW5jlKgaYrfYptbPu+857uFyYeGCs7ncA
fXCXtwtTw/2HLSSTXKwJO5bfomRuqqjtLeTPNBjTiXR6iTPNgw2r+qEZty89NJ1XSmf1n10WQPoQ
n0M6UfDJgzd2/unTkovhCFDEcZeQcycv08lUo2zvtrt+2vPjjurQ4RoOtX/NU97M5UjqZ/hGGDGW
apN9digC3MQGn8F6GRKLLqd0KLDMz7qhf9O4XfrYYAw/33/vl+sJZjTiG5AwcG0cfs4fFRkzekeO
LPQOZnKIZy6LNDd6PPrF3lu9cozxjNyIOMmQXTDo+Vgk+LHnFmQY2nFFHJBR5Wu3Psk75W6ojBKz
3tgw/uTVYiXuWsQ8zDPHsxfKOuQpnWRa8rrkAThkae3U2in7rv06XsNaNf9l6m8/ejlr4ai0RUHX
paf8GnBkPKpof1862JYv2Lo3t6k8yIkXaaiX7DyJjvh0f7JLGwnJzEXiFGmYFuz8rMtdCA4wHHsA
BkoiVsb5OyN4Io+lLiuIX+lzuG16cTKx4/7XowiONbRmmOz8uU6I81GUKe1k4K3SA5eSftZ5Ut0B
pS/A/Ya804S7eCCGWjWR6yZOy3z7QPhf6XVpQ0hxRiL5hlSLjtza/7mDCzgBD9ZcbSRwfNxaPZWh
RFThiJk7CoX6BsYV3t2NbfnvL551cZwtYOr11dmFScMKvmh8J7m1TCHet15ul9NnkSXaZw1PsldL
a+UTPGjTjUy5uZmwZ8fjcqn+/avpmgkPj73j723z/Ksl4eBUpckdC7LK2mx1ymNt9wTEVAQ5vf+k
F5ciyCDcZPlsJNitSbfnQ9ExKGKpxYdDVSuMqwq3VBUiqm5jKmWt23NEhZh0+Wa5fCFM5D+USFsy
kD2yyduCTBDu5uRGjD2mex7dNBkKSqmOjmdkExkSU6FFT2ZfEGI3w+7+kTd0yFy70vS3JIIUeIyN
aPyxdNp8B4bcHwV2qKpXKKYKd74oOWKi2pgR/4N/L1B0nAVBtZpD6lwipf8E9cHsUJAI2XgmUqLX
XcQHELXoi5K+FStz8xKHamd4ejRiOhF2I053VjPOxa1uqfA0SzY8DzU2bmxyJBHE3I2Dgo6507PE
j81KfWwlJ0zxAhnaux6/JCzwy9j+XcTzcGPWUy4RdpQumOHDK0UsPZjN4+rrlOJqOBK46DS9Fnsg
+dKP1ErGOycmEQchfKIxH6KIyOx+tKTvFS6JXyIrVAGxm/lrb7XaW5RW0vdaTowSSx8jrtxezSyH
fbeXHknIlchX18cax0AqEnE/rG43fj10OHxSz2DJl8kLNj5wXVLptMhxcpx0DHiORWTGiyvUGg9I
u6oR+5MhJ/tSqzrfC/IGeEDEYl9rQm91V+5lwqykGRXXUxfrbAoKPomQ8YqJWKQ+n00z6A1B1lSe
Lvg441zLZ5pISk8PoKn1t6GoChXT83bBpqtLp5cuF6ruW5gKfCaHoSj93ukILIF921huBRdd+Ihe
gBwMZca8qEW2XbvjXPevC/GGL7ihgy6ntejKQ84siSAC1lMVOGQoVrdLjXURLr1lAR7Q4y9LRgHN
dX/AeXtwmWWm4eOrDDrVNCYpV1NZYyzH5VGdfHOVq/mZteRv6dJOLCJ87VU3mmzlm6ZAOXEjxyBl
CApV/9o7xSLjLThQ1dH6zWyCzMbqDXpEPz07ci9eM93Q4fRBg2KGcOu7p0EvK16ntLCqEwqWGEaU
NnyQOywXvTK2mlUsb2PEUcxxvUaeZ5hIsJ5iNwpH6zMOH2nlabFjP9ZLM9xrvE3+OStaQ+W0QV+C
BY0jmbhiGaGS52tIARPRWrl2GYFmVUW0Bn1Ztrz3N57LLZaDSVHWKnxt3W1PJh0SwNLnFLuKQBDj
gePGBwea4L1IEv3jMhnz5zGvMSohbdAt6KzsVMB/Pfo2ezybqwk5iWJ3vd6c73wtVk9OPdCuK3C0
QM7mlD7rtjgJc7ThYSymr2bpcMTsV/M0m9QwxMs0b2yoWQoUFZc6PgnYooZP77+YK+coLVAN/eP/
/MI3hQFEpgWUXsd2Xa7tp6rMp+e2lZ2d139ZFXFWcwegbbQKSyBmnj8+jRi1kOO08KQR6GNcDqHu
EIosvxiRcbBK4xUu0X1qL7hCEvo669AyRCQ/NcWw07u6KFThViMdhwoO81yhaD7/IYpa292oomIK
tTn86RAK4ZfV0t4Jk3yjf321LAXwBVIFKNDpC50PNepizKk/1+SC2jrWWh7+qVvrn6MLgPdWcIke
KgIVZtf5KLozG1YLokRyZpcdRj3SX5KkjXbu/ldeG9Sa1cPNosUFmrgZxZy449b0Z5pwyMjqaJYD
8War66m1c4O7nJCQtFbkDibPFT5Mo4GQWwRze4bNosgSaz6ENZTc97/NJfeDL0IsJuAg7oIr3f78
gXqjjds0Ib/dwYOEtKSSvo23yNliB31YhrVbiakXGLOQS+BK6Tx+EZo5Vt5kjOlqNC/6U6/1+bCz
UK48PasEPiAdHfapLYLSxiLXm2HEYqQpzQBRoh1kCs4/O09/WRdx6lAV0R2lSXoxaVTAw0St1vCn
MSHSYIqzZ3xlkNp3tTgA5BqPNAudj8qkEcP9f9ydx5LkRpauX6WNe9QA7pBj071AIHREalW1gWVm
ZUFrONTT3y9Idg+r2MNu7u4MjUZaWmSIDDjcz/nPL0oLiZzQ+pjsidq6cYw8feS7IT0NvN57kLln
+wDt45//KjB2Zy7oXfxIKPe/v0LhMqVtmjFM8iKiTnS9pwr3UMv88VfxT75wXv1n6Ja6lCbp+3fJ
RNMRzgly6+QGkXKeGq/0PDf+xXL7J7cPFCNSlfjnAr7+cJNaKrOHMTXqS+BNizsOXDurSJpdHprl
v7q2v0NALhr9y8WFOAHR8Xc5AGFVcZ43dBPOoN/EJMc8pYs3P6rEineCTPcbpYzsNgqjhAgLYT+b
Q2Y9NAPd8h9/tT+3ut+feXwSUC94AZf0lh+vYFzj+h0m8PFsvMWSwxwu+kucqf6NXiSB9YVmvvPH
ZizdI65g8skYmzQ+DHYy56vC7c37kEnNo5FVBACWmdL9XFRqP/fOFK9z3DrfMWSFUyoAeY+5N9fd
ZllG/WvWj8SiUreCqqd1UXxzw7EVQRVVAIqJudiPf/x3/v7iMmiB3MikwbjIuH9YQn1qT7UB2XCF
1WwacLSb+Ban4sVAMfIv3ur3/RO6dLxQaZ5gL+FA8v1qtYCQkbT0vJWUiTi0ulhcv04r88qVDM52
Dv+DGz5azb/KFPkn74zShMEqKA/4wY8EYLttZuyBCBeaxNg/lSnm14RrdBvpNPKLiLNpY4ZN9vTH
3+zvtyngMxIduI7sV/rPo8PfIM7YYXesIAxR3aWDOBqOlvWMo5d17sJkoZTI/pUY+fc2eRerWfw/
ATCYenJZv/+CM3oePTdRUmSZ0dwX7kJIsoHOU26ayFVyP0cyaslpk9pdLDwkg25W5/eOVyoiyfo8
vknGkG6nqjVcvQx4pPcZtt6BJEy0g2yAk+yeyU/zXnVlexdzujAGtOLkM4lNHrafpHHddMifyXks
GSQRh6UpXyotzdd1VGXZaQozW/OJg2zQbqm6RRLmaoUR2CZkmoA2zPymOXNX7lLyoE2fahcP2aYl
qDRZsvml1VonvlAbQ7WbIsoEv6RZV392t4NTwW1/AU4u6VA/FnutRSgpAYZkky1ddwLoV8gVCFA2
USoEf7xCfsc4ALJwL2xVLhr+A95le//NComQWrl6MigwbSc/ZwJh2MWjq92RTdLs6LgjJBSOuAqr
DHfAP37v3x0dvDe7OdUDeB9z6x/WCnovLUJRiX0KirADDAQ0eMKTv3QO//E+/Wf0Ud38sl92f/sv
fn6vCK5Jorj/4ce/nZN3UkGrb/1/XZ72j1/7/kl/u64/yvu+/fjoz6/1j7/53RN5/V/fP3jtX7/7
AdAg6edb9dHOdx+dyvuf34RPevnNf/fBv3z8/CoPc/3x158Ilyn7y6tFpPT89OtD+69//ckw2WT+
47ev/+uDV68Fzzup6aN4q7D2+t2TPl67/q8/2Z/Q8UH4YItgrnLJcPjpL+PH5RHrEwsQxJ1/BCYI
2Nn/9JcSVCDmIf0Tp5F3WZfgrUhC+QxdpS4Pmd4nOLG8FlgfaD3625/+/uG+u0z/fdn+UqripkrK
vvvrT8wMWHu/Of5YFXwGRmaUs+z02GN8vzbn2oojqejiRAeNQSpyIvoiKn2vytv3pq499M1jsaMr
Mm5n71Lxkm+3TvW0CGKjgIiPa/K6o3VC3+uKLTQ398kT+ZvVXbwVjRELjTqSvhf1r0lhv9ZO+FS1
5ucFLjkh5c7GtZJvKPoedDRNvh3nsHvjGhCjlTUxmidc5byDMyPw1Nyv5gUbx7ux2U8LW0sdx05g
u5MNUJdrxxK+gt/E4VszeePn/uI4MOFDcI9L2ryqI7x9l0gnWM8IpW/bmDOVETnSWB8pVlSV8Xd2
NZmyHUgwPJ0grgrzWg91b0f45XTyWrCAiHI8QEq6deT8iN/ml6gY+kMmsts4lHmEVEZzV541NNvU
mjPsMzGKpzmwV4UyvkDEuBVxOm2HsnnHiTc/eMSt+kVXrbFkPLrxRMkeSXdTVsWblYxym8Csx3Yl
ajYp27g/dvaC/kOSkMs0wW/qoVstVaRQklsIGW33dextXFhIqQgo4foDvqRI7Hr3S83waDU5rXir
dFzPgIUca2eKoj3GADR+rlegMyAjpU6vUGrFfM5nQuMhQGC+LUUGYYlNfM6XfeFqpzHpjE3etM3V
SHZz0Lsp/pnzPAawiO9ic0KsvXhdUJf4S4hEnHMLR7Glag2fpF/bb6augBnYPslZcD40JOiGDWbb
idc8Ynycwz0gH1ZX1hMuqA/6ELor15qWII+Hp7pGFp0Z8xmCirEa60ldiTBp/Laf3RXfdO0TNI+e
Xpt3SQgL14RNQFT48NyPlRuYornvmD8S5jace1P16NMJgNbbgtVbz5u6lCAafILUzV9DkCOy6U9W
05sM5zB3bTDXXYYwD7qQaGIUB2vVpHx7dbWpzUuMo4QsweTZQAkVsBMc855AxCiaMaHwjLd2gEib
l8u1FpWPi2tvsgpPSDFpBOCSdt1o4aYPkYPNltus+0EAPcElWLWiFOtCqvZhrPWdK0mFJG3jazTi
RlKV4zNmagSbINffx91E5Kubdmug0s+YpD7U8RTeW1oz7JIohUwRx1vqfzuYTXFgALmDOAA5Kazt
fdU4ggyjIjE2SdWXa48Oz+/qqdsTrO7BCm0/d05u+iNFECEkTrjDhhz/+X44wGKedrgR7PXUdXfe
LLdM+9PtwPp61vv2rbf1LDDKiiTIy0UgoH3c2Fozb5LB/aKr6N0dmkfclIU/2fi8urlewrOsQe+8
xdsaqsJXHXNbDEvyq9qbCMo2+aLRKB4zZYDPiHo5TXFUH7pSLEHJADJIrQqofsKdoDKSL+wJ8Som
7xunXhyvDDt7bt023yRmZgRON94Tg/w5SUYiPWro2mKQW022eRDGuDwNBjnh7I1ia3YVEcc0/Cuy
puMBTxPb3bhaf2W1y3omGWlFiAHc+bImIzdRyaapMYNHJSn51jLzbnY668GhZAqyiOh5teQGQCq7
f2AY87GQRMOkouVWs5M1g7DFFxliHzUkt9ScR1FiOo0RPhTPV3NcprsmyvehrMVKy502IE8qIt5W
RxAh+isvmt/acMy2JMrYLlnL4dc4AtFsoDQ2ifPokZpDetDI8otAjBO1PJLa8jbgRpsPOJo1VWQT
bNhI2CvNcz6iXi/HeFdm3kWXqb8tEVc5d2AydnkabvCdCfIW74aKKe8xdTQrGMfB4/bh8xj9FO3C
xPnIWpojPc8asoKH8yQmkt/plAlE9CXzx72MEmfthCCNPx/If6o2eagK/v2x3PiuTPn3ypftR3U5
+LsfX+r/w8oF+cgfVS7nquw/yo+orX5bufz8pF8qF6F/khQfkMNxkmFMfOmcf6lcDPcTImUmVriQ
0fVAjf5H5WLKT3hDgCHAjcPCj8rivysX49NlpEbfcjGIoxv1/kzlwu9/X7lQ+lCzQMUyQGopYOwf
KhfN0oSlZJ6tcsmkGj+xltw5NfRmhwZuwtt+6uvpi0klKbiLZmY0UTrkEP8R+0a73BCpva7nqVsP
BQfduoxc+wS81C3rNJn7JFhQ/z6YYiE2u7Bb52uGaYC3Ymju5SdL9GMw5lZRBI3IYT73ZvvhmCzq
LXGWeGDPcKnIi2vR+YZxzpAoGodrk7SB2p+QPJe+aaTzYz5xcHN+LaFPv7WwOyvT3VTD0i0rBlLy
sSg0SBFloiaLPCmomP48tV9meo2zKSOXbN7O6R6lSZ7viv2p1bBYM0PDx4dcS1d5gQEw9jWYZ2mG
Vdd+DVF3l0pN3jI1ND9s4oC1lWG21cFsNCxYtbhKimBxE/dzj7chVaAkcNgPUwe7l3JESYNltFWf
0DVkB1eva3VFoSDcrdNU8Y49k3hdb4EWsTNnET2gkI+IGFXL5HekWGK9hgXmVWaT10ZMs2t/1vLe
eu46KQgIUnN1ZMRMuHON+Tn+1R6jKdih1Rr2ZQ3NPp1rBlL6Zf5pjoJxj1s3ll8hMX5sNDsXRA/P
c+RHVjg5voeLaYQVlssfUZtz9i1TcCwma8quo8GUb1YJMLotCtfCZqdSnImVKrz2PCNvP4iEGQiX
Vxk7bMyJ83O96bYyB5dKkcJ1Ly6SPOosDGUpNdrupqzwevKUZ3Cd4+zkamby3Bi192SLXicsMNTl
wVEK5/U88TT+lpw0ar+wvDsHP9onFnge+2qwERi6Wjag+ghLSscutGov6Nusba+yqWxvsPdajpx3
7hR4STWQUs/ic/eaUxtPCAIMlr+FdD4fRztaR+Ar6ToK6WpXkRa96ja5aQwnR+PRtLXhNQHdXoJu
YpBLNRcxpsPwpreJ1o0cy0c+pKX4kjrtZ52AE5ORn5rOUaZ1MVwsZMp+VmX9XRb14Znwadi8kWcy
ty5djKhXokpItSztvF0R4GJ7fqwWhoSaq7KbziudeoWuqERdpNfEsrlLTOJQL1pzWpEjpbU+83fe
wdLYShh02fYVHgAOIQeN2V+b6VBpaya1Qxs0k5584N4RV8xl6+HsaV10oHkydo4Aj/BtapkigJ/Z
Fgf8/Os9Z3jRbKyCFLyVh5kfU1hYNpa/KIkkasTcG1uz2xRhHrVOGrZkwCRmYa2KuNNvi0TXy30t
telUwFhmEZe6RZpGA9fmAUki5mvsosOvY8E/dYD9e6fT/7bmGo4muhHwwf+5wT4CKQzfHVH/eNKv
x5TxifsPa2fGMUyYWLR/P6Y4wGhvYRkyqrjYV9rfHVMCobv85fhijCG+P6aci/sSY6TLuMr4M8fU
xSP0x3PqAnHDJcKFl5X6OziUAolkextNv4DTcWcxWT1oqov2TQuBIly6LKjyIC5V50dzpW8o/PMn
x6q/RlX+ZZjlQaj+NdVLb23NxcKJRXfsVAPeWhbbz7Q48nYaOO2U50EdEN1rlMCJnvEorgyEWu7E
RqI143WUIiuTZfg0OkMAVQfCRlfcaoZMdtTG2mpsIBfUOHTpkXHN7P2m0DFTGoZq9KVmnF2Go/ft
eKhc48DMIzq0Wvw4Jf2HYJv2CWhSV6WYF18rhxC3j87xcZ7KeIBbyKYpN7xxF9vNVTlZp8nJXkge
OpgD/WlkNjLoC7U36iJaD152CjnXV8qu7wBbiy0oLokWasp345JfLV0j9qGWHx2nOrlzcoToZ56T
xLpVs3lfLiGRF/OFIeNV1abB/Qn1eb4eJCIYwKsbqB7awXSnlWrnXTpo1hbErNx6KXELWbd1Ksfg
du4GTkoJ98J+6jvdX1rU1rJTfsq+lRIH7k9S3hOpeUULvvLM6k735nWj6l3SYFC1tPtkIhWwlntX
j06DLtduok4jXJqpodctOrjtDJlZCQ+onC75gVTkHRMIgjSfcLCoLvogghpsAgyK9lFMYmPNobbr
F4F7vWkym9a1NTtkQkIRH2aM3jOcOAhx3NbMHYKsjMU+bmo3SLsFt43wHlmqXxaYV5sZ+VkcUQEy
J7yQzHadxiRpFA5gvcqD3M32mop25GHuGmqMJHc3JFpuS873ILrweKKsO9ZNdBzrEDIL6jNcvIqY
qPHqxTBqZ5XhGuRTs6xaA95+53zgD4KWqibteMgU80oJdzdxtmGq3gfTOKVeFhGOOKd0zs6qLrKt
2bj8npFvdQGBxllighUG0jTl/Jrr8xdcI7Yz7tObWZWnJS+etC67KWx13RgMYrvhISzQ5JgEcUzl
2hA9bVTfr7vU2Cb1xYQuradgNN23Ji+2E23Zxi6FttKNslylY5L4qaoOo6PvQqO/mwaxZ/57khWc
WC0b/WG+UL4VHV19MZ5m/TyFpXPF+QhfWtl3BjohsjGrk5Y00bpsmx26oBpSZ7meF+LaElEiilRe
UMCjWlJRrGszuq/LbBPVFf4e4fM408dlon9rEgqhJX6Hyv40l2VzkBHakMF8XxzntWWWFAkyWpG9
kzxnPQgUNe/KTu6tNtxPjnGS1nySwBrZ3OxEpHDSmTEwt5JtahvXbVlviSi+9TAu993ZO1X59Aj3
6jZqxDqp5D2Jebe1od0lJavFa/2LXmDl2eWDSKXhh5mxwXlqa+uQVMzce5ZEWKpYXpld+Lo0LO9F
NretWwV12J/7ut4tDH98PYXJRv1ppAMgE96yBKF/dfp8n7pfRU7DqXfV/WhoB4wJL4QgE0JSqwY4
cGwSDORWVm/3u3zEXdouzHfXwf8V0mWxqacnsu+OYVQFVOd8wS1rCtTkgR8w/FfOegbmHxfxmSUa
rvKMaArHLNZpQ/1osOE0mnYwbLUJpcivm9Qo93ZrbexKPTRL9yjG4npALbRqp24Ld6ghWqUHQ4PC
sR09CUO3jh8JXgnsBIyIrNkklaAI1XmgDgncIdkVxxH7N/vJKx9j97Fwp4XRGKCREc+BNsrbIenZ
/JfhrIcD7CfxRMG37YmD6dz5HceNVW9iwuTNeFIlnZfuun4SBL/Zq57oAGtKrgD1wA7NUq1kYh/p
3M4FdW/FMHXF6KvCWXEJGNU9Wk5541jcbOoydwkJOfPnEAqX6OTeUupz4lh3Zr5ACyzAhuwb5KfP
kBBUEEoLoVLUeijc2daw+ohniQ/ZMnztKllvfw5Kk1V6q6YB6ltkbzG6vFw/97Edy1uvHoEPw8pa
2VbxOsZAEWbR3laNvikWRvTMnQbfmYfnUfFTZ0aVr5dVsus17228kKUJ/T6MennDVjBhBQbqlRnL
/TDFT51ZvtmRffIAVYG1bqIif2E737ehvs8HbyFM4MKtV096q3ZCdfoqVO3eATnzEbmjgprFJq9n
5XN2jL5ll7rfyAv9bp4OJBC9abZGgFE8GP6CHXSd9+dZuO/5MJXBgJEZUJt8Auh0YDjm/TpM62vM
gjiZqHyNyPs2oijezAKPq7Ix8K8sk2idOvZwqproC7YVL+TKHRaz2LbIY3wON1ianvNOH3SsVH2d
oMbzF/yvNgQW1b7HzuA7UflcGmmzsaPkBo3nU6FrH+QQC98b+705G3f9bCd+azu70HNuRyc7m1V/
gxXGa7VwqC6G47vucEVXvcLaUwV9Nx3J+CJ4JnN21UjJzXHerYvJ2/VYx8eKvuuSNOIDBX91UnHD
5Xxk42pPWVbvMkn+EyBtjaWfunPGeuAC6Qu3O1vGTLR5xQhlioz7PoR112vDETPUK46ODOQUNi1G
BOsWa4ui7wCesGkCvL3N23QC73axZaqyG2YlB+KsbxPmYyxdZfjegCRtMYklS8borZtIBcPV+1qa
2Xsn3EPshRFQ/pKeqWiyC/p6CaFynkeTMW2P/7GPF9a6ipla1El1l9TFiyGhO6ZevhuGkkbYy2pY
gO3aNYar4lJ29eok8vwxr7pvmid3ON0AJ5byW1FNa611j8QZgY7XmPmoUd9iIj4EMiJvQwlloHT5
bOMVrxaSsuwmILBg31v6VdZ727gfm8DraZEdY2F76DYjWjJCv5wVEZR7C79xAimWL4ntvs1GAbU7
ws1ZWfr17KRbr14+VyHXiVhvXhoz8Hok8Ehmrx2CnqOcJxB+zgjhDXeSxtHv02LLEF6w7juWcylP
CcEbK9LFmNEohViSsLtt2cQJKKf1yiA/D/pkPINb4yRtW4OfyW5buDbE1WHEJmlJHy232ONl9N4M
trFqveRMM2mQlQQPHauznS3LcWNAeQWWzR7wXDwJK0y3bGRqHQ4mRnJTgny3qpJVrLck7ZH7uWlN
LyfTHC5kb5mnpgDCmDt2jdQ4zEMbruIwekY9pjbL3MittHoBEDMwTcEIexNbqHggQyOhwI8/MzGi
7VN3BQ33ihiHV0wVa7/lLNh0c3/FPncc5HBiJ5/ZEpMzWPMr2WIRrb2pA912BHfP1Ft9Gigdp0yt
77VNkeFDgzrdWqNpubZnaUL2cB97Md+RNPd5XOazKBLwpPTVUU7vt07Pp7Fw4BVxk/lW312S6pJm
ZTc1pUCYM/HAVmZtRM5HLZW9Zl9MgjSbr0dOXJIpd8pszk0d6n43jNeakAAUjbztsVNdGaV+NWL9
1JuyP5JqRlyWpt0X47Sdp/5YCHmIqrliFC+/1oyIj8403i+1+9iZ7rrV3G/jYnqQzy1M2+pNX4Wb
2K5hhUP23xCmw62lOeu84AjHoliuxjKbLp4VzEEucyNvHj/PJKgp0wlJRh5PqIZDIu7Y8ft6IANg
DslGDO/GGVyjIbmdLTN9zSZ1MoyOiaPhjsEixis8h0DX0tSEmcsMjhnkLtNNzu9G3bL6YtKCxde+
qR7DsNyns8LZTa7rgWmYOS8PePXgYZo3DyVwxzqb5bET8wuheDQ/MrtIyuYHEbanKZUPRWhfu9ly
15XqyBqGN66PD7iTNKvUsN46j9mQno5gJtNBpvlutsajGct9ZMNhHkjYIA7JWs8pBZVZqZshx7i2
LbQPEgvPRUkxvNTYcg6pdx1BgkHJOxzHkvmiWFiQc5cHAGIWRsqExmRZuLM070bU3r7vom+hjNXW
cuQ651RJNRIkQ1R/h6YYnzM3Srd5VHxRWra2Wm+vmaV70t2+2BZ9pg5ZbF+ZHhQMvj2fvWgDzecM
QLaj7FrLOn6pnIldR6/VXs+Lfocn/8AYRle7pvagreixtY8ttmuvIqJtVj3VONsqfmS9vu7DfDyQ
nnBYrOkxbMzjLDtyARPvdSBM8RJAQYHLyM9xrEOtiPMr804j9APrW4OinTAM5oq9x1Lteu8wST3b
QMZKAn2cX7qcGQaKj5vYVL7CUgenYEEXmnXPsi9OIElPblMek9CVa2IanXVNGLusuRvNynFXzojB
IMbMPIuJoj5YfivLdpNqNvmeKUG+TZvfENvSIaIMQXuIsrzF5fbNEPFyNJV1KCyUF0PDloiEf2tW
UbvVUxWuQpt21In0KxkXN3FsvfZWK33QrKteM3O/aauNZjV+dXnH0bp1HMRri3tlUsX6ac+LoKVu
tWatu9WLMKyExi+C9hHja51aqFdsmhl7kCtiIx+5Xd+Zz1/HyaW/aBmFkSn91auTeqUt8b1dvs8y
f7ZlW2xazHFMams6WLTZ80RSXK/lxSbLFuNLbBAT48Z1vIYjO7MQNbma4f6cYOK9MlenhjN4VpHY
OrhLfN9jQcEezaxpweUU/009sGeNBsJbNwac+MJMgto+za72ksa3BYVgnxtHtLyMeJPyYYHjRRtC
CCOCAxkx6xEkqybDV7daL3O6CgdKELkPzf6mHjL25to3sD/axUOG09C1h6nCqgG/8bH+CYq529f1
fDCr5oDssQIstDaozIEoY/vo6SSBGqJ9KSOy/0AI2BSJi1zbmkg40c3bXn9BuxHuRW1uSprcpZB7
u2TEa7rN84QfBsqR5alxbKqY+Ryye4ckTladbDehI68FGF/lOVuvLPZTNd6WGbQp0SdXS1Udk04/
65Y895RgsV0+ArQ/FLV1DysXOqCx6+K4J6y026nFXMfx/ACMgK2Q190gRTeoTARVkIBTnovPIRkt
iAeWlmZXvaTpVdE1jy0DfAajXbYT9vy1XcxD09GaYvlDoOKljcdyMqtxL9at2FgRI0b0Yz2t8nZM
aIzLw+Clo78ArPoR97Evw+TQC7zdw3cpnkc2xGFpbpNhjrdDlL8cC9s7V3VxHgbjoE85zfUQXsft
kO8tNzxglM1+NktsMOOPzmlOte4iRC22Wk03jU/CySEWyXQ0zESSl6V4bdSNVb/CPrrE7KLo1IZN
X1OT6Km+QsvEQYqDetFfda0igjWs7iYcvhlqMDzBBvx+lo521EfVBz2kiU0zDNT6jn41O+ZDlbmP
shOlX/ALzJ1bY5ctl5JynUs0IouIfKdcrgh1XC1CjVvV1jtEj1c1Gc5ESO7stnu4iKc35fxqpdar
0zjOPpu+wQzcpyAJRalfN7Variw0+qrSvhKqFz9f1Ki67r6UzVLtVJ99rUL+CneYhytUmrAKTCgn
dkzEY2Nhj499zTr3UJfghG9snKwIojkGrUtdH08wczVWStsa4HxYFPHZK24Ur0zEN/JXYWX0FDqm
6MOtMKv0PFiudrA6Jz3avTQghgADjCR3Bbh/LKtOWfd/fjj6fxNbFhci5v+MK9/Dglk+2vy1/Prd
/PPyrF+AZUP/BLEb1wdcOi7Syktm4N+ZW8hUTZxnwHN1C+EJj/zK3DKdT6gH5eWIghuPpuI3zC3r
E2JTTHJcAktINwNz/hPMLWzbv8eV0TlIaGV8Cko2l5f7Yf4pIUY2RiKEL3BLfMlML1vpIgVHMcwU
iZve6B26ATaaQfQEKMcOIp1Rc26KJg/38UJkWB17OH0YUXflwam/j+UEU0hV+z5UxnUxVd6R6VR0
8uZyOEcunrCB6NLqXKJIgKlpm+fBa9eW5Yg9uLHNLT10w2FKFnfvZlHH3lxzI4nBGI+W1NRWhXZ2
SFsYPAbWOJ8nJzUCdma321deNR+jQVpHI53uS0qQ88SztwjlQRjLYZR+1EXtSx9aE35RfbcRdX2b
W+j5POZigZMPg7tCNhhtnXlM13knZZCZCmpBOzOVa+PE2jZCqoSzL59u05q2GiaxB7pFCdubjbmV
zGYPTt+PVFnwgAoGOe9jPilOXPOj7S4JBlWic0iYkig9Lz3YOXnCIyPMNWyR4Wx00XAw8iar/ZIp
wX4chFOsx5hMMt+QETkheRe/6OWsvQlt6QPGg7BLCnx2LW7yA6Qok97emLTPS2uIt0Klzq7vZZqQ
uNt4nyOjJ/U3mev7TskIBs9Aq9pl+bcpIns2K4fNFFILd7Gad6SSl/u4CkMnKEu57Vu93LlFXT+O
LYNl1VrROZKLc+xiCwTMBDXdVXHXAZUmuXWsUCivYO0u+zzztCtJeiSuRUW19SCPBXN1YfsmsigB
vrSElj2vGEPDaw8UgnbkGrRTreI4CqvldhlM6xYojhKhLtx9paS3dRut3Xpe1x0py+jnZWYfbIae
mwuosnNGgqQjLuojnL4RC3gj2xjCENum7OhOIzcNOKSsoGEo8YBPXC4C85JqXLBD2xaD9HpytnPL
MdnJpbwai3rb9ZnzNjoOv4V0j6+OMseZnGdPMAqEMlfhFw1IraeNc7iIW88lg9cVCujYzx3m4U5I
9ZoVlgP7bSn2cdH0u9pDFGiP3rYYBv0JLYX7YNphvxmRPGjI1ELI/3burnuFWhl7WPMFyXm8a3u8
0mhNRXkMvRIrG72bFU437sJQG5D6JYb4s0XeO7wzpsYOIJJkpLijEAFkLGPvdlbfgI0l8ZbQtJD/
kLQxEqa9FmRE5ZSnVgjqQlQ4rD25VmBIpCtzLS/OX6iY+2m0wf3z6YtoLxEwfTy9lSK2HoZl/JJp
RovjRi6vjHbAZmMogOsMY0tYj3HtmW1IoT9r29EuhnVVx/qmLPiKerr+c9NAUCjLot7Zk4d4l4WG
RrKzYGgySc7VU4PcOKNu0911aKkXze6XRzG0dQACMG46Iq71CQP0UuuMQGitvsL25KVyia8a6Suf
uVXVKYWWd1vE05MDrrVTFjxU+2fu+QIoeT2Z6V2e5MiH+4m07yTLbkKFL56Z9QRsZiSrYHEjTLX2
qpRitKwQAthimnbQOtR1Lwfil6fYOM5wMC6q6U6uUgrAlWzCMV4Zk96fClOftPUYkbzGUK4Aq43G
rgkmdJJXcdakxzguLEwcs3ZbmSGIrFretLGdCU+vlq+NU+UEnRT2vK1rMBnEatOmA8z0jSX3Poww
1wKP19tq2UwOWl6MR5HBPcwNmIl59phpJlbkCcouqihNFePBVcngXScVeRUrrVHZc8OtflXBQYe2
qZXLbaWVZzdqzUC6EaMMS1A7i6khcA3CFSvUMcuHqbLNeq/rUblFhtPVQSpgIVzKmaTQDsKJxmCa
E1wPLba7vBmgyEGPyJlpaU+56u3jkhXpg1D2pvBG9xSNrYYsvEJ+LVi6WRWn28lmJFiFURcMMGL3
0ozVKRp0HANq09yKujcDLxveQeA4sRTgrVSztzEMhOvTzAqKJ/SJuUNNZ+VUq0mbLueEvK01muFt
VXTJxjPLdztrP+ddsXe84cXJczoxOict8RKIIalizmODigoDUfeAsH3XZ/XrgL7yrJGyd8ItkA8r
Zfv/yDuzJTmVbNv+UHEMp+c1AiKyb5QpKaUXTC04PU7jwNffgXaZXWVk3kzb5/VWlZWV2S4JIgLc
l68155hnhLj38WgPzG1S2pZnRLv7l6hkb5ZwtJ+MBH1FSpT8RYY3H41h0j5u9r+vkuxXcJnezAgA
wkg3TjQ3nLX5gkLjKZyWm0KHt8HAAqUm9XPAjnwYrBESvdfGrBb6kBf+fLMaiDlTflaS5vvLwScJ
ZnGCe7skYMEy9Hc0OMnnoW+zyCbvMyLHaWXbDhFMaplHMghJFi+yEYBZzt5owIX9kCZWelsCIovG
qQjuy5L8p34srsYiRbjksgE3W0e9OnNkaD4Q7FR8q9YGpVEZpFT0UibnWP26Yy/dmdVuLD8Dcpkv
VCDWYwDOf2/2ktNywASQXkBNl0+M1q71G+8cH6v9PRFte4ApLwluH2z/Emqu+7PJSus2LCvzXrWb
9sPgVm+dtMBTRV6VFeQLR4AUqfg0u/mlbLrybk6SH8jJS/CQbGK0Ou9TiDYPBvbJo57hTaT94O46
nzzUsJA6CgY3+0KUCtCGDsnGFyKP2/MacVAdm7V77nfsLqzLAf/lukceTDPKMXZfutbs3RaLudAB
KkV7nzJi/wYn4W4i32w6UFatAkhaX1/zEyfdbiCN445+3/gJDvbnvuGNmgNmYHIqm2C3zti7xrQ8
NKpNY5RY9kcrMZqztJvcbF9TegK5JKkp6hRFBCcIo4zcsvWeWknyVtra6jIxu+Tas8r2JlP59EGl
/XzOaaKLMqNjkFQFS7tvbGabVjgbP7hHxDrCnAP2lSnwb9IuEZdpFhgHVKFIjUkss1xlxYxskqs1
8+xjVhr0GLVVFvOuCKtsD8dsPYRjdjT6tj5rpupaB7nYFX4ZpheT4zd7Y8pMQQ959RiHOkQTDFlB
K0QVSayT0fk6kLRS7KwAfWedA7BCx+P/hPwz45ELOXYnbUboTbBezEqoxxxlFVuIANM3EbKw18Ls
7ia8m4z7SKiMZl52FwuCB2SSAFbxFbtNMezSQKA0Mqrg2Mg0PfhJYDwUGcFSskmQRgzaaz+tKu+Q
QkMMuyoDnfwq7W4UD3SCUKkjbloPpFnYyX6V/leFTabciVk61qFOpbHn7FsfSSMIPjp0/ZVt/G4G
z37QYRJEQeUhM2Tbr+jlttW3kI6UGZll3h0LdwhvlOOPVCBV8Gn1ViOP+KfGBYkIRxFkJRVJ1jw4
Tq+OAJFdjrx0I92cR4Usxz/cjH0+DupgLoozpKR4BCxvVZHjzsNh4Ae/dQ2PU2q9HBAQJvRK/Sxe
5zn/FVSrH23RI+d00hA3e0VxRrZci6xs7s5mghk/1jMg36n62jmWu/OTGlWeyW/jy+IK7fSFB/CR
UtU9iuoLgcvAiaS8ctz1IVXesGuZ33zLB/cmLwZ110M0PadOuVdOdyi99kapjDZoGAdL/aEzw191
uX6Qs/PDLqyj0Zj+mW5W64ocnkcd6HMkgXdJ2XLKXQSODmDTfo3iuu9QxDuZd65Sj71nTueYhbDY
K5eaHoVW6WRHCy/C9zlPMpZNCCSRHw55fkgyr/+wzJ2gbSIb3Z4zzK+M+wawnX9PYtgPnwr23jLs
4ZEGDQKIbPDyHbKV9N5IGTUQaMP53LfKaJ3t6iFB5LVbQ6wHYzcEF0VfprFe9XobusvyJzlqosyV
iXeJCZyYVF+laeSmhr7XyNoBApamwVhQ5R/Skf8L48VQYV0wdWucMf2QZ0G7clrISnbXinbhuUGq
5J2/Nki2MQOtN045yV+mo1KOXE2zl65qbhh8TAx1pXvnWErFNJjots5iNVmMbe84UuXMkmydEmHo
jjFGz/yuoyk9jSqLbadkFa7a7KzQSR2XCSkjNGIkIXOsP+y9dneZ0znaiyCdr6uBeB4tn8jk4Yvo
yQE+r5eSCqLyjioZ5709Vn7BCSsXd+02csyt4EO5Djhrxicg6KTe+yOBj0yO/HGtGAQl6hAEDZYI
17+oq0FfZLY9HLUqp/uss65Kp7vzunGN8VF2n01D2R86BAy7kXDDqF6s7NpDJBs7uqv3PsnlR5X7
6blrGcmxIfwuXijBb30ZWNeZQDTTVZ5zdEsM8kvud/d5xePNpEGfj32FbGaZ6bbIe9+dxJUzaONc
t2t5nSxdRfOnDvPYy5aqOAxyqj6sw/xzJOzuTDMriFCBbGQgO82ouEejvnJ57Ujo6nuXLvMsP/rY
T8HnQMwSiy4+I14qLJroU+rEmqiCRxWEkuNDFdJIlnyJV6l0+K9Cpvcysep5P3t1Gy8qXDFZsSIY
q/CQ7ZAIlzn1UwpW7kYYDk8bASokBNYy6KO0NZ5UE+RxVeEq6pPSvAhEs16sE91Qq7TPiqCt77pJ
+Rwj8/Ru1UkYs8JVH1x3HQ6ZMtd95yHhQbY5Y1YRa5TD4URKZbbdz7atms/u4JZ6N8ysQ7uUFgNY
9SbbaxfZEsomQYqkVzxM3WJGmpDjw7Cqkl7yWlzL3HnkYdhkzsNiXqxG3xGg1TqkAZDRdj6MiYx9
c2nYn3N+36zrxx3nD2f7LOQEJvN8i6I6eFBpS01oyT54qngwLnsdoF6gwLgebd/c22pZHoPVbSHW
zMb3ZMVH1Ne9/C0GL3jyjCU/L8x+fvxP41bdOuCc3ElXZNvb1e8hxeDbCLVAsWp+E0GuL/8z+vma
0+hwd1irpzMTXC4sm3AGme/dkLuW7DFSp1QL8p5jZ34jZrHc/fsG3f+P7gWMzW+1724apb8tf3fu
/vyBfzp3tvgfQLdwTWxIOphjtuCrfzp3zv9sPFRIJ5ZF5gWwA3Sf/+3c+fwhJKG01TBd+v6fP/Rf
z6Xr/w9mYXp+tI59HJn+v/Jc8jn+clwiAKVnJ2goWmZIm1CIzZH5lxs48eh+6aFBkTMX5g8PMvSd
B9pT7Qzw0eluqJh6bRbG/V/fz3+tn39bPZ8bgbfL4gD0oSH7ODZCYHTPL7vCLzI59HuRUxr1xxbm
BsFydf+PEfiZD/jvq/whufxfP+k/l9koftCkSQsCjfH8MnjMja7OUtosSTV+Fr1jPBBWqm4RhBMC
FkrXerQHavt9Zw7BsM/YZB5Kgga73dT1HKmbzBzksaKxjiG99xDwCN00faxGK/2BrZ5vyFOYDqJy
ngeLaZPiyF/VMmEbNCukFlQGAw141awx1kpzPvh6yh4L0AD5zimHrN0LWpLpvjE3vpY7U77u/ZDO
wW5CsJHczHk//jSlrGRk0bnvI1c24ltOBM8jJTEur6bPCwSQQMkeMkWSYYxYwvw0BPjmdgMDuIbO
YtOjlLJ1gc4CxdN0AXaqeLDLXAsmYJrD1VCZIa5dxnrVcSU71T9bHWF6+zArYJr1fuHsO7wpZVxN
Bad7IcsUjQVilVigpbqB15n1uMTASoIlQyu3/08NGaoKE+VRhXbOHaUbXtCq081lsc5IDvIh45uS
Zs5B0bSlnKO3n6/nRuI/P/xWWPJ6oHXG+XOaVsDybQtJVkZnN3SeEkPQj1McbECy7+khvodrRYd9
+h7BIgSyiUeJxw0y1PMnLQtI6PWL0YpK8hmGqM6b0r/y1Twxe7Hb/LZPaUDg6XOMDyFE6W5HpiR9
MzYbjyOODYydCfaMqrIulvzJdcfsu70SnbszvVHrM992xe+C/B2aSd1SHhBKIG3CZGB9mPpAbT8V
g5y66JGlrLNWFMIVwhRNHyfdG2idbEwvRhfijmuzcxqJ9KEDDC605sKurRE+NManfqKth+0yDAlk
pXtzUZCiSAKZv4xkZkK6/brWTf5eUPgrPxU4YXCsmxsbKsE2WfhrBQoX0QS0M0VEvvIaZ6WTHumK
GwfLRBgg2/C9pJw/GVUni0IIbXQbe/ikLL7gWRX+6JboyqM0sf3vFd6kKHNtjpEoyRgLSg93Z5oX
MQ2t9JFqk+C9qaw6ekxh+wkFFEPFwlUfV1fpeZcIDzOya5q6PNKt7J7shOxg5EqI53XAn0KOX7/z
cFsvV0/c8T7ZfJjlfUZLJ19ZWqMkQSFoR1VNjRX1aS8vq7rE4InikUZ+PyzJXSmryYtdkHRMl9cV
KLQsMI7EldNXc1Rnc0V3LRGFu6f6yLBLNpvxPm0zLMk1NU+/c9tpvNyCNlEntgnT69BW1m0lZ9px
Q9ADLV1yo/Tit1/d5w6F7dX1aaa57HruRiJwTyBGOIhrTGClG7V89Gtcm3VcuGNNsnJtvvNFnrj2
tmsRv8NgDAiYAIVhbl/0X89ewW2ocV4NurwmKcQwWagK18Jv8r3b9x1vpjHrn25mt1+7VcrLwHN0
SGeuLt7DHb3ch4OAQZ0ZWMS7bQO053eCyy7g0GMg8ujEFh/BcXjtjG3NDEhLmQoHYUFLBNfb3/Wf
DfD5u0DYbOBz3zgYXSYUzy871GnRYRWizJ0WVe6HylmaQz607Y1NwEPLGAJiTORWAYdAvwh6CAsZ
EuyhQAeH6b6V+9FCAxQRN0cjas1KuIQqbMjiLazUvbWHmp5BLaDz7DiaFAmHdxtbMchyxBxVYaef
pw6l2S5jWHhpy7S0dwHhfduRU0y3Y1BMnOV7dq0L1djyM7RMwAb0r/N1K9E9M7J8yZEKypVh7mb6
ip+IEa6bc8cwEtI/Vt+U98iz5JmoEmeOdUnbLU0F45kqz6tbdBNo31lR1yN6BSQ/3hjODr2YcW3f
eaxfLHMb84Q6hh/YdDjQn/zAyFrIelZZGVvVFP6SAyK6bhXycs6z5GCSLfm/up4LMpYKEQwvteXf
j/bMtmBZXlXGsm9pR6lgWXeM7oz95A7oQhZoUO88TC9eXAG4GwUx4rTgTz7R8ysus5V6Ap8QB/u5
4nXNxHHps+XScAr9+PZze5KSzIu7XWvDhAAmpOl2Wj/ig+ybgjoEO+asr+ZB2seRUB9cg+M4fG7D
yRwjabjzVQ6Y7oHGInGIQ6Y3mtU0Wr/fuZsX6zF3AxGfXT8EkgJV/PknHzIvaS2ymWPeVTGcl6G1
3GhYzjvlTsUVPtdm3+TF+pM26LA1TvqPjOaDeB08GdmLSK8aJbsjUcTlOz/JSVTEP98Tyabcm096
HxEEz+8Moy1psnB8YnuWSXGE6C7uA7FQ8+EqZmiYFAvspU6zP+C5ksm6b0VZfV0NReaa0Yart0+W
RKjYcrE87pHDyDuQs21w5rtNinK5ZOR8iUCYKerbX+orTxM/rwdVxiMwhfPT8ztPZsS8tpZhVBiL
d9b6srvkHTY/mHDa/vU2ALUKfQTuOlYIysWTa3mIvS2Sl4zNsdZ/NEwFDMpJq29LKsVN4Azp1wyb
8DkaqfUw9VbwXcLQfYfz/Mr6sJ0PeYj4uaghT44qK37tKfWYTeXsuGDmTKd5HL0qp+dLLjm0GHyp
/7AI/p/Ho5OwtT9PBx8aOaPJMgE28GSNyE146kZbJVEps9Y9Dn3FTL00HSJf6kBWH2u7Gm5J78Lz
VjLk26icUNJGZEQhtA+8ITsdTr4XkRPU2FiUlw4jlMUu1dpwHYjzWzk4ILv4ONWV1x7efkBOAKn/
3D0HYcpu1/O8F4TABijTtuL4UUNY3YwGhNCuvYdLVu904sGUWFVLI4z9xZkinPdQq6Ea4p1AF+v9
wNdBaK9valsx6MDC/c7t+duX92xrxXLjQ7tiwMlBnv718wfYadNFKvpMEfvjmlxopRYjKtpE3+pE
S2tHrHNwB0uYMepkauNSw75nVLfaDGznPMixkGts8LslC3uUwlMPAHHqKhW5MPjLyBCZofdyUC2u
9x5FqS5q9cuYBfIalJbNzMgT0fRecHKY0KPied+BKK7Hj+DYiI4exyx79Ezkmczown76orFqZtco
aTgkSDcvbhKv1CQ9DNYP0tHK32FrZthRqONHShHLkbuxrWz8KmYIUqBvaWlTN7vB7QJ99yGxpvlX
bXNj126aca6ZfAPRuZ5yk703lZ23a9HGst7YUt0xFk++rLk/fejzLvP29epOZ33ucXxdk7T6IlvD
A3kw97+EW2PRMM0MT6cPn/hbhmSX9mdfs7X5qT0gbVUVE4NhCEAi21g7jKOfZPNTKsGeeM6IA+ft
B/GVN5cIGfCrrB62j9Dq+Q+dpiRZ0C0xoOyY/TW2SRjXRs0sKuvr88XT1v9iuSIQhCoZVBc77ilx
b2invJZLZURT4ipssCTnjK2ka7qE1mFVzkQZv/g20yS//+EO/njIROe+s7Vs69HJ4+2xYFJbbCsH
Vc3zT0014yBrVkZEG8HBtFSpnaon99wCgBqJJfzJnD77AI1w2XVIUt/5Dl6Uy7Qfto2WQoDNzRYn
33lQrxX2oyCJlIaFlAvsfUkt1h+D22CiTZdzG9fQOys0b8Yrn5k4Us+3+Tf/42S9dJWBYsDgi8/S
cAA16DCfRvuMQWWO1FpyZOJohSHG06WesBZWMKeYpajHKa/IDwzmxPeOgP6MyyIgrJXAXkq0qPKC
2YmJUnceDfieeYT/xvzeFGVugr9a+h54YrJpmBzFGmBnuYlMuirCeecYmbfpfaVFPHooP6D6QEJt
5SGYdRQAqOKZ+jDJYiLQ1RF2rpWZdCb6R+HScEIXPweEvxn9x6YLnF9DMVT3A2anu76QWDtQN4XI
0fK5FMdWNcl92UxMSsFfrz9dVs9y77q6uHFGI/s+lkTKxsRGZXY0EoY17vRQklqmk9wCMgJe6Fpo
k30tkFgo9tR1AVKp1cAk4xP5G17Ar9BfAYEZBlGvjvkVpXFuRhLNCU2brNHfmTsjmJsXFXxYFtJT
d3OfMyEdPHxeK7osgilxfn5oCjmEO1zT8mvrOWjHlpx8RXRdHl6aWSPv9vLC7naMqtzbpoeZhZrY
XFWUzrj2d7qsR5plywi1w2oMAw/lgPhn102JY+w9CC9XQYMRdF+4vvEkE5n97Fy/KvawXL2bYqnb
J3fSWnOgaYZf5jTj/x2BnZ7hAHR/iyIgrDp0nOoOJ4P3EbZIeKecsXvoDV9/WkK7andEr6LEzbOi
RrMU4g5mGG5oLGmtkX5ehFXUpBFgCdujvsIXhKOhoV0pG/U5M5TXH+QAKRlgCXMNDJh18JgzQil2
a94a1447Ik8TOGysiCGeecQiRpaE5y0mKJamym8L39XMUrJanDtB0zQ7t9h6lanW6fjt366bwHIw
0gA1pDKF9PV8BQkknS0BfgMjMXMWdkYP7kqz3LgZiQ5mqHX89vVevr2C7FKyqziH0RQ8jYasssaR
vYE5cqxajzXDXu9IOLDve4HS7O1LvbIlbIcuZjH051/mC1VTWbiNLFieChV8IlqouAm0IfapgsZH
f+49WPzLj8Z4gfYjU1XmCRT6z79KAVLAb9w+jBrsM/ugwhxTp2lJpeMZh7c/2sueyZ9RBjUjUbBA
ba2TRdCSKVkQbg4KJmHuupsJ2biu54CJZb6I2JeD83HFIVwca00uBlVtf6+LsUvf2XVf2QECe/ty
kT56nDnt5x/ZbpABODkpm4E1L+FZr4ReY+sPEWbMhimJxTDWNoCwJX2POP7apYnQsekg2p7NLTy/
NLQ2QRCQSqJsKaoLjd//0NP7O5+7CVNShck9Iw74nfPQc2zrn2qX8Cb6B/THiOs6PQ8B9tFuM5c8
UrNl62PGDIGNb81ngkJIkgJ11CrvFkkUXoNwkO/sfa880DzPfFZugJv4szP+1SizGk+opmiMKPV9
54dUg+agOIz7gCkrMX5t33555zH7EwB5UmAwmTLpJKDDhJdy8kxb5lLJYiV7FAN3IQ/kkpnfcN73
ejeqFWDGFC4zNiEXgXQUzgFmB5EJ17uflJ0NESAMGnfFAiVvscbm28qRi7GqZxrhITC3BbzG/FmA
JFhJBS61Bac5TdfsDkxW/p30GM4JihbpdWmzTSFmG9InSbXfIAFNVbpr9OyrQxN23pPpWxhmrWBm
p9Nmvkk1KZKvK6p0JtNrU3xuwgEeOytgCKYiG3KU2q2DWWPJQY5MPh2ZmLAh2qyhTIYL0dkLuCV0
WqzMOjfPFkPgpV2xsGaxpN3zo+6XJEdvaOmvuvYC5mdJiSuaj0/265Kx3+EWaL75/gRumsQdUUFa
Kl2Femdke5tTrH7o0IK+ibw00B/XbOlu6yxjnh6CyICjYK/wMZCWGo8l5mOolfWMPQqtccIgYcwM
DDbW0OxaRAnZrp9Xy0F5URBHTYaoZzDEyIZfjZ7cD8oW+W8KWaD4ukvT9EHmJm45nSXtb4gpib8v
+3JcorKx9YM3yMKI57lFyAdS0+lwqBXjjFcry+wNTI4OKu+1Sq9abUJASsJ2jAz4LmeaHiGtClqF
HAdVgappnfz+VygFQWdmM5ufa0YmtC+dBSRIQ3VxkXSENqBMtjeu4ppYzOw6u8WeVXb6BysPTAK/
KGE1IPJtz+2WmoWD1QIJCsZ/o5CuNs5PVp2RZ8mpZ300SY0ub+0lm9qYGaKXRsnQ8rdUMlHOFfOf
VZyLNO8hJSToIBH1N6veOWFT4MsbUrqtjB8DnF8WhDVk2d30VVdlVR975FAoc+bRf5olcDG4XUbI
nk8JjnzbsUsXblTt3E+AsOYzTxvzd5mqZI4CQ8w/TASrP9KQt2nXgoP7TXGG4CUoyNU5ymD05Rlo
OfJmJW0e0iOboPltr+vc04iocthyVjYBsdgqfVUnUwmawFm+TBY2/dZF+30NP8GC+po5+echqJ0f
Yk3g9OadwUokPcQmrE+NAncgO3c4LMEC58sHzSh2duuuKXqryYg7Vy02tiJl8rl6jUGBcWezaUCE
4e5dknL6SMFcddHm1vUjd1I2kSVJhQdPgz7qXJiDIy9VTucc/umQ/vsDxxYQwEiCI31A6PDJarTk
oSrLwPAiqWraI8RtQq+HGEAn2SZ96bwHlQ+PA6Pp2+vgK8csoIeke0DEEOS+nrSm0tJ352DZWlNU
UEzrMmho/uTMx2YglRYtfMfEwJvvzQoJJxoYGvVv38ArpQWeI+I1thYnFcbJDfgY5waoNrzTBFZd
uFMjrtNkdQDkZu/EmLzcVjnU+YhMtyKGYeD2z//aY4YW07E/o4FF9bkdPCATxwKiwk/DXdXRbV37
MC2p+04d8fLzUYViHCfpiN9X+Cefj5zUxjFH3490kKwwktRC62Bu7tfAfA+V/3IL51L0gsBsg7em
rfn8Ay6zXZrdRMPKWs3muvDSObJquj0Ya4pbv+Ib3ZSG41Ofl+/spq98SJsaCVR3yISVuNPnV86l
SkWuTL5aT4sbs+k5D2QOclC+0HdO5sLh73q+b5OtQyeE8E6KRLpzz6/l1lNqjs4QRsaAaupLu0gT
sfeQLsyoy+GXr3JHHmXte+tecU6Gh8dyHHPfQwZ7rzXU3m5TmCdLhib1vMhq9c6545Uvg54nIQkM
UG2TZ/v5DfqEfeDz8pNIF7m+tuBZnNWlMUROiJLv7ZfnlUfasYmWdVDZUC+ePtJZ7g75tDpJ5Cup
d5axFFHRILPvOm3c1IM1xfyDwX7nkX65ZqAXpZVsmQ5HEGbqzz/gYnvluhhOGNnMu7CVBhb97HIh
80BaBlTDNDCac8a9glUWJOQ9EWV4u9/+5K99yRx/mDHxNIQvCkaGBZWYWzOJMDJVv4mdDL6Yy4Lu
gVA6cf/2tV75ljdqvOUTEoaK4LQ0VrT9HK+A5pw1CyyubA67ZYfG3MsPwplLPnVmfnKHpHunKH7l
urSXWau8LY2b0Krn33Obuk43A+CJVJg3MWTp/HfD0aemCwQzCMjqcJSDXP/9YY99yOQMu43HEZpt
tfpf6yT+FcPrmJ+yaWIUwWPIY0utBTscqPvwTvjXK2sWn5BmGyWrbVFEPb9YbfrI7nlR4g0/GQe1
GaA9cfwgntKl/Lksg3Nuu9p3INoo472I5lceog3rSw4A546tg/L84n4xwRBw7CxOyfZ8wNA5ntPd
N6+Nsg/jf/0Mod5hnyOOl9PG6Xi2CIIC/RNqHUEcIcQypzXipAw4R1Y0kuu4Mgs/dvI++dfvicXH
A11MP5dBwRa78PeP2cGTIhGZMa3obf+3b3bNZzMI8nP84u7Z2x/x5cL8/FIn36atuyHXmCpjmXK2
h8ebG7R3EF+981psf8/zDcBiqPQnVpmuOGXD849Em3K0zJxM97zO6itYKP1tzcTrCg8Y4jZEZoe3
P5d4+R5aYsu9wgXvAIk+VYyMnLRglRdlHE4bkatBW42/B6Kl08b+6rQ3iVT6oQuzcD6A1x3uC7qG
nxmuqWPC4CfFwCaM/FDTM8oQjOW1u6t0AjBuKfNzV+CQeedH32DVL76igP2RozwebLpfz78ijjw5
h30ji7NJyRp5aVp+zHSbDbcdfTaGswmkdfAYToihksry9+hXsBShG4L0m8KyLo6gLvwnEwEPpIIm
xxRodQ22kRJ30dEu+uRhquzsq2n13f2MVgjoTFFX+oBIaPpYrWC0o6pyAjxojgvhY5IhfpfWGmgk
vP3rvHyHaREh9hQ8fEQZnkY9Cb+yOQtlMoZHDQHQqoIbSIffEjI4H9++0iuVB0IeNh1mgmzw4Wl9
RQYA7EijSKHONBpyFcEQhT0Fd2RC2Df0ste7xuz0h5Ej043TIGMpXJAenO8AOvuFqOMsxygAKN5n
mPP2vb3yg8OWtRD0ItuiTXDymq/tVAJQkfzgQtVHlVVYmtq1wX6Xr7dioPKULjyuty/6R3R48iYC
DdgkEiQxY2o6uWoAZCOfcXFFYlqQjYcI/68JayKKta31bBJGJwgDg1Mm7ENZEIBBtmTa/7TIOQ2v
k6mfSwhamhZKsmjMAcjZ/KdA2Pgcq9FLw+Pbt/uybOFwxdKxNTEJkzptLCLRSol5o8fR+3Q3nGGp
MMx3c5lGEEFkcOHa+bQToLL72MERccPZMPz19i28skRyC/QV0WLznz9P2F9bK1t8UAQiRbO5ZtBt
amP6hT9o/fz2VV5ZIH0KT0SI23nStk8WyG7p0RSsmLKbFFbnrgQzGRM1JSPfHweDwoHT/ttXfPlq
bBI3wqNppaHN+YMl/nubqZYWIJSSbmxCNk85ObflI5SR7hqFdHIwmkzcwcMNjy727POQhpvaBakL
97UvfPWgs9S8GlZZHKVgjvX2vb342S1eVmbl7H5bwXqaWNblozl1ynPjLbHMiEZq/6e1XlQam73d
4ePAzYHxFOrk79lwdBLh+EG/8vZNvHg/uQmkwuB9KKtgOp+WzOlgVFUzBXGzUVEGIHvnyKkR6wwG
4bYT8Tng+vP47Yvar3x0iGJsXsgYaKueqnMGK9VGI/MkHnunp4/mOGtHiIdXY5+0p4L049rL7UNa
JvYHq0iyX6gt+x8eTPPvmlASum120P1eyB9iebfJs95J4v3kbsUY9c1qzNZE27Z6W/hAqX/7Gok8
632pgkOaJ9O9nhx1TxG7+amJ68yiukLZvPdYo4+BnOFVlbM9f8d02JhxP6TirpzMEriNqdP1fHJy
3yJ/ewFbWnhuvbe5z+yOSnlyL0o/sb136pdXfqPQhqDt8RZuJenpb+RA8sWCqmKwVwQALJW6xQGZ
HsiHv+T8lh04UYfvPRgvVgQKGXrPcPeQ0m27y/OdeunJOe6atgdBlfVnDV1jvcNdg67k7Wfh5Vhl
q5gsgCwgoinu/zwrfy09I/7QthUrny6wxfXIprqxdNOjkysn7oK6i/KwX87CTGEocPG70dcTn96+
ide+YQpg+vu8ASyCJx8WiZjdBT4cZiXgoWHFW2LWA72foR3Ghed0Z0iKoT+9fdUXRwzePGIg0b/y
/ZL5e3JVgU4I0SbRFzD47fN6xYxSmYY8B9Rdxhn2BQga/TdV9+bF2xd++XE3XRmCDaaQJKaebo84
lq16LASmRH6OLyQ6T/B5l87eLTBbV2gfZE8rkRvOO/vyi/WfD7w9UCzI/AtkzvNnSq15BRmjQ4ot
VHEzE8l2nLBrn09DJS51lY/f3/6cL9WS2wWpP/h6YQRRgZxc0DGSoYI6F8uwMJdI5ZVLRk+eEMle
i+C3n+LC8HJV+fsB8mgP3WBYbjo9M52XljLHd37wl7ac7X48OmAmfT5S4E6+gMYgcIw9pY+NZWkg
B6hEYaZGiTymkZ1vUQnZSpgvtMLWDaHW5Jseu64ca99UXYI1ls7QpamaqbwIOtsuYjwqvd757A4Q
YicP4CYrp2iPivCJhr7Lmv1aS/REF4i981tNpfjVwPC8ldiWQe+pVOZOpXRzIzIcKIeLhtDTqx4w
8RdjRImx09KHoQo9vP9YWHrxd7ljclPlKL3bbCyTRx4b+8m25wL2mu6yT6ZRwGcr+3USjAdE40KL
MTsSH5AYHtu0y55wXLg3K3zVJRKMr87C1YRC63XoNWMsGXYSudBs5p+JokcYa6S8R4vZRC3BnAqm
fnlBzsqjCnt59EvZEcUkddbgNbaX7pzqOD0I2ZMPQmhK/rHWpGltJqDVPsNVgDhosofOOhbT6J8x
0AWqloDU+L2ESnUxKFvkc28/hNsz9qwW5Tcn99FnAac3iGbn+TPYpkyTtITPqIxlOkO05O9NJ1/P
XLr17+yr9AZeXowOH416jp8MxMzTCoscjxyuTRUXnBmHpwk85ZcygITEcGHTyhmgp75zRE3wBs1y
/kJ1ZFsPdW+UBIG1pfkjd/sZmn5fNkCW1kn9FkDRjCgwjXW5HJN0+FjQUPXP1aZNvCgNc7auNMgZ
xOQqbxtcQP70GA6qEZHyFg8OhbmabJQg6R7y0rSzfUvGDb7fmWMpxlk1A933QNhuCvzgTrVI3uPZ
9WzQ3gh+yBYxbWw6o497Zxr7FmyIiQELPmZW9juGewigHA3z6MpVmerOOPCGt3NddD9LSUoMavwR
jHmJ3PGeHAbTj8LSStO9HjaKixuOxkPDSoA1GiftFXPOFHVfF/bdhd+tYH7tkvYSAYZidvcpJFbo
PAMqM4ArDT6iKhu9vatBPIcN3KlDMTOJZs1xU8raTEz7GpWhs1fMW7Erl4hCIhjVFXleY8XmthKf
SHO41vUZoYyptcf4I35KP+uqJyeFwxXN8Argjpepee5N3oioBxAH3nGPYdCuMDLjJ+VMa8XukqbX
UzkEn/VAp4q/U0jnxnH4dffwbf4PZ+ex5LbRruErQhVy2JIAh5NkpbE02qAkWULOQCNc/Xl6zkYE
UUTp99LjcrMbHb7whhrnIRPzgg9z1NRoTKDEhMGC5fWv4O9NQQ/HSH51eta4n6Ys7Ke7eE6RgY7V
MexR7m5R7kWFWUFV1ICufMwjftGpjVGIPwxRP+af2dpd9k8r+vFDjh5IHswh9Aa/T72FJuGEGCQG
6qOAst0p47OnRdm/E0Zj5h1Qhdryoe3PvoOkvHkkBuzGoxqaokXfi+rcAYV16uaepaCtgR5Ih2Zx
WIj4GNZzSOjIP9Zd69GKQoY5Q92ISH3I/CIx29/0HFP3BA2zaY8VOmXfk2zyJirf6EICjTSWd1Ho
oEDbqOrXFhCHVFOOkPoadS/5ailVipDA1HWfM22CXKRlAz+qC+k1HeG8ze+At0Q/bNgTEaLNIaZL
VSei/yIH0VlaVcCvDhVUKu9g2lpffeiQiso/ICq86AcrFWCpsRQy/DRHfXVIBuvz7Wtn4yaQBBfo
LcBiiLH1y2vHaFpeAr1DaEmzx4+oZcT3c1j+50K4+0ANYQ9jtBHLyFKebBLS6uGxvRwushpECWID
a6ZQR/efLge5HKzyjPpDNgSAapoTfM/8vgSx9s/tqa5vWJpKACGJr3VSaLKK1Q1bjqkzRrj50dOv
R+wnRpMSlpGD3mq7it7h7dHeAJ5/XuhyODoa+MhK4Dyb5XKqMxQlBCtnRJXL3oRKOoWlhyrmQsn4
tNDmWhBfSXCgH4Zi/jGC8e9OVp6aCLE0vZoEY6MSRNNdHMJTppYdSlFjP98VM/DNE1r24j/sUodv
g4qkJukJ/u8SpWEvmMRE5GRWG5Gt2XU09Q8p6IJnJh7lkCt0c6cCvt5Bcp5UFYGhUKS0yKAv51ki
2EkTdsBQNJzqT2o1PpC11U/pkDsPuQne9Pa6bnxFPIIQUgRcRPvMlX//Iw/QkloA1c4BTMeD99Xt
HdghzTy+GrpYHv9+KID/dGkQVZFswsuhOgAZMXe3Sc2zcD8ZhVY89qpVnu1Jq/67PdQ61GYROXtM
icIO9fV1xDd08TLZA0OhGzs99lbk+lq/xA9pnmByTY6MKHBn7sxv48tRb6Q/w0rSP1+T24wFIxKU
viRN0i4/JE5y3zeld0KoVrlHNz3x/36Ofw63OhAU8lG4Ivrxl4Iaw7l3I3U6qEtEQs7bnoE90U0g
nWatBrcH3toyZC8q2SmkejQFLr9jMrnQ6QYTBsY8qa9gcLWvjRo1L3lWLO9vD7W+3/iOqASQnnK5
Scbkao6dhvwg5myaD2WOmkCCZ8Y0GL8XM05OxaQQoGdO8Zue+rwTPm5sIAZ2PIciPJn4Ww/gj2Nh
IdpOMwYVoax3mgDxcuWziIzfFcWjd1Nv2vf2TAH39mQ39g8Ie86F7KRyx60mO7q1o6UOY4qwpQRV
oiz+XHg1NQb8DFoqEK5zuj3ixpcE7aECEuBEwilYJUZd08ce1EPNH2HRv2pqj9CbmXo/StModro0
WwtKy1R+TS5xmieXm0bJFQ1ouIv4ZNWrNcrwLfIlH5y+dJZgQS3vqLeu+36sxR5xYGuOmC4CnaTg
Bz5WrvofXzLB7GI0Bp3AOMQDIOiNJv0MjQwdwRyDqZ0Uf3MweuHk93Ku9upotI7eZwloSqRHQxdr
oBlEM1w7UFJuMu+EGltng5zeQc2C245K2eXEMgDV/TRbCF0hfADdsNfEo6C7d64BI+gHtKe5CVAR
0IMQN8d3t3fOupQoD6ajQ7xC7llndPnj/lhV7tYlbVpT9y2rVsT97OTR2QmjvEO5IULWtSfs/lhQ
lPsMUGj4XSJyuRMQbE2fAgNtFwpIFLPMy19gGbySY4d9mg1/V5D6oiGGgn1ufc+zVkXMe6yCuMXp
vJujrt0ZfGv68FAI8ygMyjW4HNzQpwHpyNHwrTAuibsdA2XTNNSbT5kH7tNEneFRVJ3tO5A20AI2
8/vb67+10VyCPoBEpM88ppc/IHOpIShwC/02MTDjcXv1gHaBeVbqxfofLgnSSgdOJ/EBiMDLoWIt
S2PHY6ELaigYkbtYh4LSxO9lEDu3rly2VYwH5gt4FMk767oOKfWo1KLCwUFqxvCAdDGftV/liFU4
dtDR+ChwdP77IYnXOT8WDwyQgzWuO7KqGqPRFowgmIb3g2vrAbIthXfg307fkUVK//rZfqNuOajs
MFNKH5fL6UVZa6N8gWk0Jrxfm0Z/rHOpF0KlzCJyADXbWPO0c/teleRkvZ8wD24JJ8Xy1h3gSUed
T2RihoYRqRXK0xOlP9MKv9Nosz7l4Rw/9VGHANaMc/25L0AqZZMr7mbhqf/97dZ1eU9tri2ZJUFP
v1wAYc+IEcKy9bFRMT6rzhT/KNXGfK4BOn65PdT1MSUKpMkin1REWdbhg26QzqcIpvoU1eJgKnQv
iL0S7e8CN3KPckCgjklLj6J1zlCpwuD28NfbWQahEs0CwMPkrrqcKaS40s76fOF5pe1+bBpECtCN
TGKCM71tngQS4jsf+vqZpSHKW05sp9N4c1cXk5uathC6rPF5RXfG8bkNjEHxgiR3lh9a4qHQqDsf
bk/z+iZmTEtSqNhhkORWUYRixNo0ACL32y5JXvJCf9+FbvWRm1A5a2Pc4MaFw4NLMLxzXVxfgjSx
HI6tRFKSg64mGxV5VqIZhCpiq013PYIAj3SsllPWZ9HOw37F/n1rmHEvwYegZUycdvktu36guGsh
h2hQlcWSAaD8keZt4bttWL1j84yH3G4cBITH6Z7W8vwxIe763BZj9AAyMXvWGyc63174rY+NxANV
dno0RACrJ5BqK9aC1Hz9ZFFp5GahGw9HYBnRMcT8GpaqbpX3mA0mexTUrS9OKKVK6BIaBFJI7M/X
P60yDHYmfPW6uh6fvEXDtQ9zDRS6jeI/TLrVU+UIOBSZuUeK3DpSXF+gs3TyY2R8LkfWKiAPYTOo
Ppou/bup0yrmqilf3KHoH9o4CndukK0txiHmTEmwFtzPy/EKLI1HJ0H22YmK4TRNPHmEfgNdYiqg
t7+m/FqXjx/oRZfVpF3OfYXO2sWiVoWRVKo+T+iUTP2HxAvNg1n248vtUTY+HfUamVPB6iEeXp2Z
Rk2y2e3S2Y/rYpIUC8O5b4AiHTQlq09iTIDIdklPQdZ2dGUnbNrYsLLtKJlMZAEkHJdTHJWyEZ2T
z/4SLdRTy6a5t+pRfzdAuXysF7xPJ236W2USTi7hBG876Qe4WGv1CS2w5laSlLMfFR16V6YZPyR6
Yp1UYb24WaLf3V7gK+zD23hsmDcFOIRDVjeFUXQzJdRmps6NuprZlVmQaNN8WkbYQrUxVN80k3rZ
rBRlMKlN1ARtq9p3iR5mn5OhjqHqU3I7eg1J0c5P29jNwNW4bS3kd6g0r9afUA6BVdSafBuh1/cY
HCz3joAOanOl/YhgOQSwoNSnbGzjrzVZ408MUw31ABquOukjENDFieannrvorAJm3tkdVz1puXKU
veTtyu68bn4rc42js8Cj1qqQljdqFK/xUOv11041FOfkYKgMR0mNop9jETXI2EWl+tQBH1H3fsrG
PcMJpH8kU0cpHXi5UwuYflNcoWpgiQ5PsYL48zS4cfdolBWOiAJz2IdZzeezXc7jXVF55c9hnusk
qEyNrp6D9rydT+Zd4tTFU9aO4ks2ZIoV3P6gG/ENtyCBlGZZpAFr7HsiGictZ3VCWKuacAxZ4KTo
c1U88lZ63yAaoOuLglrPUpYz6krodP17+xdsnGiDu4RSN1wR+myrEMdqHKTNapq8UWLV6QP+VPlD
I2Lxgv+DUh5F33cioNrv7sQ5G9+HajBDYjdjQY9fvQMpzURRD3COagWXh1PbOk32KwaUUp1K3Sxx
o8brXr//68mim0lnG0D0G3zgclNYACRLup6qP6lIbXyLlBl/ZhWfxjs3y6sEmxaUbR7SyJj/urJI
NZFrm8oJlxjH7XLgLANXbuA85iMyXjd+1yHCfDCyBjQXbcIFdfAQQbnbk906jaguomUJwp2sT109
8lma64kbZRpWc3Y0SOnG7Ak9i/oRQf8fRkvDN1WH97RoBPohyKKPhTp8uv0bru8ryhMOFSMpkS5l
Hy7njfLyMsZUaqFsL/oXikVwjgarUj505SJ21nhjvh6oMMJYDrwOc2V15EHrugLxul4aMnbVIxpk
dukbeey8mkPbtc8FirouZgvtjEuBNUrDxrBTzMepL9DSvD3x61gARIwDeg7IruRCrX7LmBiLF3Y2
3u9gB+ZDBxroDlO3Zef0Xp+iy2Hk3/+o4vRjDV3SNVCi44Cjk+K5w2NXQ4xpJiAwXirM0+15bQ3I
gaVypMsC2VrRok/twZqKTPiqnVdnt8IqSClmLME1eJ24Swzn2+NtrSPcSfk5KSgAS72coFsKDa2X
DjtagZB4tXS4eFvT3pN/fQ1TqkA/Bx4SlGk6e5ej6FXqjWUx0Gi14IO4WZrZBy8Kp/d0qtr3i+WF
7xE+MrCdw2/TFqr5/vYsN44JYxPdEKCCPliXOCltxCYgE+FLZwZ8Uzv8pPuue57xhw1uDyVP3GWQ
StULsCqio0QSVHMvpxrBrNQXpNn9sKHudsjqVPmSYhf1EGkIeR06LAcIJ/XwF5kBoM7bg791iK5G
l8hNDoWEXa9GbxRDMSK9Z6JJgtw4QrPhozN22WOp9jb2CInSKkA3dayEACocQ7Me/u2b4WcR98bn
LllyZB/i6VhpwnmiR9R/vP37tvaBBNhDHyH7RqjmcnGqeDJzfShQf+oG6evpmPZHxYaoOeMwjNIg
BXgAjGJEszc11E8999FO8Lm134kDbF5FNIj5KZe/IIQQG7Yev2C0ogHvmLBwpgNiiTvV361jbKIe
hnCk7I2s6fkZFBWhw5rzkUEULw3iLnqAXLw23yGuIjvOln1/e2k3J0bhDCEicIK2s/ryadKZqAiX
HGQe5i/AX8J3BhbgOxts6yBZ9EL5f6AAS235cvlqoZSw9bgPy1wavyp4iKFqqvpNBR7k9oS2hqLp
wtrpBiu4ToVQcuG2jR345MJN76px9Hw7VuMgjLx6J1baHEp+J1mshnG62hRDpeG9ZCCyKwm/x3IY
enyYwRq6Meowt2e1tTEc7nUERUlmmd1qAfu+dWuMnv05mYxHXVLvwywCqwsYDouEatxplm9NjTcS
qBc8HJpK8u9/PGA0Nsp6UNzBD6HcHsMKik07NZGvtSI83Z7axs2Hch3qj0QIsou1uuTRB4APkNvC
7/HIvjfDBf+8Ei3fnAzhrEceSQJkx4BydbhzqDcySvTSufJQD5b1J3sVBsUw+XGrYq8gwNS9oNjs
IM9tpFjOJq5mSQ9j7XWKaxUbN2tZ5mM8Uk4lCzVL/DUMKDzs5uGbbDoa56gudsnqG1+BXinHkkcQ
Mep1K6aa3bqjmTbi0ZLYd5jDv4InXM5LZO9csBu3wMVAq8/doc3WATrEMxvcwOTjshe7vtFb3U61
7zqrIQX1wA1Ao6UkswYmD2rfjMjoCZjTeIt4QrRkvrAmWlOBqKDiOK60sbUz6NbrBvtJ6u+TT2mw
Hy83s05bALJJI/whtePquChz/yE1loZC41jqP1BOVEtG70EvkWmOYGUN80Np1PXHupn7FlXaGrG5
EJfhx5S0844TM325fQi2FgZpT9l1Qw8OuaHLn5jVQO/NOhb4XCn2Z/z3ysDABCSIMo/SSjo5/sTD
uHMrbw2Kx51LV5X6DVjOy0HVASnx1AnBw7KZz9h7fssbA3dBKJT3YYMacBRiw3x7ovJOXEUaOlVV
yWile0A94nLMMO0WnBMVIg0vKl/tSnzN2hoBi7ovn8AihveJhvtLh9L+YxZmv24PvtGtkWx2+pq0
SfhnrUVTY9bUa7Z8XwUsVL/o8L5JZifyDnM1W3eI7aN8H6rjaUq0ejy3OXAhNPlbhNpct/dv/5qN
O13mYPRrgK6T9Ky+eaJAiRK5xjcvuvyeK3Z6N0b6995p5wd7arq728Nt3bPoIiCbJSM8IFCXK095
MkyVZhL+slj97ybGThKCTG0F4Jyn6c1i5jEqB7DMVu3tPCdbU3Wp+9DSpmFElHI59mKoaSXQ2vO1
ZvbuvBi9EfwiAaR7XotnSzN+uD1XOZf1LsPblsdEPi2wEi7HyzAj0ryB8QhNpwDTw+WMxmF1Qu1t
2MkRtpYVFDRlXw3WBzIEl0Ol5YJ4FKYTfuKAiw4610p5v0zzUBko/pGo9L/0TlMx/oJm8+X2NDcO
MG1q2LJ0pQxUPVY7SNejKisixh5KxT4NSu+JoKjn8dnl3zZHs0z7h8lu3OD2sBtnGPAOTU8uD1lB
WH3NGDw7Rxv+ShUhsn8Gmz2Co1eoISShMn2cHCjKdwJHrE9z3II0Jcbcy1g2Vh00CEVguAd049Yb
yh6tzF2UsPMVt89O3px/cmo43uOiDye19up7tzJjv+Px3jlFGzsLXAQdC8q8xCxvxY4/A6PEgUnZ
572vpIn7rVUV8y6fdbCxCA7uPMr65iSRXJDinFBO3/7+x1iluiBloma9P06O9aOFUvlAZ0q/w1Nd
3C/9EKNfieuEoyXlv0Of27aPVJX1fVHNWT1mLs5QB0dtx3sxTYZfRm/KsbNUae9So/va1EZ85zWl
jY7tkuCLki3iW4FCwsh6LuPDABnhyDWBvhVFqfKYpTaCaHOSnm7vps1ZgrSVxT8kwNe4TNeNx8rr
xt5vgSh/Rqcf0hl2pseWLYZCYjYrqE9OyzM112Yn+dm4lkAvkfpwNSE4sd7IOhZXcet0MK/10H3l
5vyEzUjUAX4FnWDF+svtmW5EWVTAtLeyCX7d1iqIR6PSjYkje9/GazM/wmkaMAYopx+3h9naogCI
mBekJCkUc3kjOU0XijJGCEVthgmj60y6GFt1Nz/UcGL//j03gNTKV+xNnX6VA+HllVq5WMjsFHN+
aV2zLT8s6Dirx2HsjOeRetR8EJQWjONMdh2MCCruPC5v2O/VbQ/kAaIIWASYhevui+IZlhCG1qBY
ajXTccmMUEdNr+7CJ3spwbu0kdH+qyM1WDw78awHdd4LvIL0XvuZ1XP2S0uK8eftj7BxNRPj0g4i
cAfruL6g4s7LmxySow/UcnwqUmxuRY9uVhGVc5C0nR4fPGGEO19jY1R4YRK95BFb0Y+6/PSxnnnY
oSuNL+Dqf/HwfTGAaYfmJxWh5xkj5xr39Xio/n6y9I2BrEq2NW/u6rlt3VaAW40ZNnXxh886fJWz
igYOntVRgepHBlSDl2rn+G7NFswNXSTq6BpP0uVsDTXRUOxf0N0uLe+L1WAx3JpmmPqZgafbSe1L
DHpxetwZ9oqOL9VpuAdRJ6DXigKpPOd/3MtqCd3P1RVQ+Rln69nQuhK1M2S9fszU0D8iMQYBLDeG
/DzMJvQ3LaOj4Idj2ugg3WPc89Dmc3xtMVAgM5wOEboMw2vzsFRK9Ov2Pty4DN5yR9n85tOsIyHN
ytCj8MaazL3UVYFZlZfM720DF8DiYIcDEoh/PyDXOG1GEmuu1lVwAIKtpqie177q1GD9CaPzR9Qs
koeib6M9DOrGDuBwSd0VtgBbfrUDBjxx3Zjn3g/D1PrStfZLVS/FM5r3kY+KZ31KmmgvAth4NLBU
JdJ7q36z4S+//kyj0sxqp8G0XsGpN8UT85h5Kn4mCaS/Lw0a9He3l1Teoav7DSYkKkEyUZClgMsR
i0g1l75HMd6OYyR8jnm69OfYnWjiZomH2tiiKfGzE5kjKqZLYyrYj7a6/v32r9jYSfgOSqFym54o
a375KxK6D2HRNo2vFQCMZ6c1DkrkcI/F+rQnur+1xg4NdZL1txBvtYm8nIIAxxk34rQVHyMtn18y
VRQHhnbvyqWOdyp5G/tIuowRSHJjw8LSL+fmmJQ6wKCQEeZa88GuxaQcJjXFTcm1+/Sfpg6J8FyB
auLtNd2ICND7BTACeANT5nWXFwfu1NI7WmMJ6JsgthPd11yS49ujbHw5F74MVVFUMLEmWl3Pieol
DuqfnZ9nOHlXrTk/pB0uILGX/a2UFlcjnS+aCMRUcsxVOLBUMw72xoBua2k1+PlgxIRSWuR+ZAV+
wSlyTjAcouCv5+fBtTf4cpKHvAZsA5hWK92teljQ7fJezMr0EBYhDjm6lu7c/Rsb04PGQmz1/0/7
aindLGsrs6kJ4YY+/j0WRRtoqao+QQFyPpaV3n69PbWt8eg2kN7JKILK+eXGHPKybQeNqTWT6fQB
DytUW9bYeySk0j9N3WDt3W/XhDCaD5DPLFkuQ8xqDYHGSSzJxQxNWtfzWjmMzjzOp5E6eAGNXGhV
6jedarxoCSas95qgqHuK5qa/i4RKoGk2KtqyCOxa+o/WQlz3LlItPKSxOJhPRa2WxAMjzPUPC+dx
PFiTEb6PujL6L+5rFN9TxavAby7uF4zO8QHxwlKP7tycRuBO2Hh15jkJvOB4OYEzp/q8ulVJ3abB
SlqmCe7lQ8oT5U8G/PG8NpdzaomfrMPL7a95PSQiPpQlOOvIcIJ3vPya8QICMisry2/SzhWPgJJI
38zcRVqOGkG7nBQUfIyHASjPXmR4ddPQPaX3QurKC0IjbXV7d6nqjjOqm36XVi11xdad/CRkA/zt
WZTjcJGSD9Bov5J669wQZjxORb4Zj+N8mNupPY5KbjzNk1v8uL2cV4eDsWC8SJc54n+kkS6XE3OO
0hlqxfJTIwzvXKN2vrat8R4fgzCoioFn8K/Hk5EmGGDyxWtdKt0pWgXZdMunoFQow6GxQ+83rg2i
OhU5W/iTh6HcnsjCVXosMbi09qW+BcC+dSJRFzbSFWXHoGoETx1dan+p08Jv22TwZ+A6Rwsfu3/0
yHDPt6crt8RF2MHIMFEkH40NZ64jucoA9dolqe13caO8iAig2jktkfHVozpqT7cHewvV1qPxLZHH
JbRif67Cqk4fcrXOPWgnnoafOGb25lOTg2I8EHWkH1QXkuMh1COd9LzBpIv8PFX+QZDB/ZiYafFb
b/C7xN1yLgzsn0yUbcEUDfF9lraEvd7ges8qJPb6EGIi8zCk0k9D71Xgkk6IssJBVWJk7fh+6Te7
yubX29O7rjzT8FAR8STrB8pN+ehyr5qxRcDmyZwhStQnqAI6Gt0TFHx+Zpu2hxFPMSsgtasfB6vF
082ZrTY9KFPiQNuvDKfY+brX1SX5i1yKWFSzSFXXTXW1M+OW8mTle6DbxoCPmmE6YUQLQhoaSEtp
NklOUnYgEw6ibfJfJvnOcuyjKk2OS6ra3bG1m7g9oCWEN6WNj1jlY3liqifkv2f8Wbs0fV82qjRQ
M+z5lXq3VR96fVKyAHFv7/OM6x8ChpkZky9pdn+fLKOH7FFiYXVkx1m9k6de72gHpx1uC5QrKBuu
HUPnvIFxhbeHD/vPPs6Vnp/bAuNA9Lv3Ol3XdxMMJNo5pEK08q84q00LLyQqUZDQ3XZ4jYVpQ+Cy
EWVCty8+qCSDO5fT5g6jy0WOIEMFQ189Lq3uRoVEwfo68pABLzwY2bzF/rTCbLYQZesrjase4nSx
AsQUh3M5h+ExdqpkB/C1fuVIw2i3eZKwILHd64r4rPeTiu5BESxlGSPUGC9HqWt/Lhsd5wzYBF9z
um8701+vN4OSK6CiCp5O1sNX5wt8UFiLBoyz4sIx0iv6GhnUhpNrTvq/cTPuAUI2Jsl4kqnrySqw
p1+eZyjQ01BGyKCUZbTc1TalnMSeh8BIu/6enpqNOGWx5x1x9Y3lLC0CCCnDSP9qbS4H1bNVjR6C
rNIrvRNQARp/zybXJFa2o5Jh71JmD4B9USRUDdHnL64Tl80Z3xL7awdpYK8Mv7XqkrrGnWzyWKir
Ve/UApiunbSBo3jxvw0wsIOHe5XfJ90StNW0pwKxPsDMX0ogyiyGFBR5wctVB4AFMsAxh0CntvCx
aRD0J67wnnCMSO52buyNL0wGg4wgRwqH4XV0kdSxA7+Vo4T8mnFGVT+/r/lv/RAZqkBYRR/kTaKc
+j7V0NONciCNGgZAnTUeUVTLjENV2vOpsfXROHDv1L49t8VJ1XvL3cnvrhCWLItEeNNXAxrCdlxn
CW+J7QAhMu66/F98YKN/8JidP5t1sjgHZYzG1wYL9CBWDOuTh4j3ORvCfm/B5Ch/vuDyV7BOPN90
fySN/fLjYEHv2aWTiADqW5bdmb0dFZ+LyFDnIMejqPObbG4+xVo32L5IUk0NtDorXgZj0b5EyL5I
k++ifjdiOPYzrRP1YUnBJh0aLQeOW42V+EIPNfxkhtry+fa33vjU4BJQsuIplAW9VVZXJVFS2t3S
B5U3OY8DTkxBLxLxqNZlHaR40j0sS1bsRMrriJzlkhxbm3iS2A7M1+VyKRH2Pm6PGLPjEtPBKGr/
Bcdo7EpGyjOx+izcwUSs0hGTZ2G1OVDmSIFGSGuSajDmUzq55Sv15+id240mPlHO3J4LUtpTHpPZ
kugVyRNYh/J/WGMqkFQguDMhOcuj/UfR1CuQaLPceggaD2l+c1S1x3aJWx/aTvpUdst/Gsozx9vf
9fp6orsDUkfScsDEroufpDueF+WMmZRpfp8P8fwjwW7b5ekv4yCPQ2Pn6du4oKm/c+2SPFMpu6IJ
pjThhkJdkKmZkhyE99yYd3G8VBJIhaiiFrs4tiyZjsVM1VsJio5mrL1rUEr9pmSD9uv2/DcuBiqw
klcn+zPs8NW3z4a5CJtZjIEbxfH3OeKKMMa+OCujC3W+w+a+LFXxnGaqNIcm9ErQPX+9/SPeqv+X
G5AfAWeSaADYASXz1Zf3RNvNijUGg2Z0WlAvGNQd9aL0HmfPzsbj0ir8ELfrGgXpt7b90AAILw6g
n8wPTmTpM3F6JMKD2rbtawgyIg9SrVYmf0J373VWQhIDW2TtfZYM+XgGyp9kaLXFend/eyZXhX+L
O1aic9GKlfon65kIhPSSSDQjPFcEvWJgz+fCRVwafSCDtZu1iSsWoG6G6mZQKYlm4L1DvHnA7xOt
TjXJD3WfVPdOVxcPSazWgSqM+nz7V8pvulpuaHVSQVteK+Sql8td91Pex8UwBRbaU0gU55i8lxXW
LNg+fcTpbnovykG9L/DvCXSRtjvnfHP4t/oGfAru1NVdis5jOmFpMhO/i346iNRop8PsDE74VDiV
4h67Fml2PJpyazyU5gQvG/ukUNkTUZLjrJcBHBXoJsIFA7by5TIslpsjVokzA69Q7T5DbEjjp0Qb
Bu0f3JSw0YwoDb0PTQVrCyWOlXeWPoqKyKXwHryyL7OzHRu0gUHFDfMhM12xBLm2IAvTzM2UHISG
KtvBU0qvPYLNUvV7I7RG7EeQjWrwLU+U76WRIskKB5uIdCpNWoCokSPMqo0KpuFF5pqHXMR8BdiP
GqUSK36MUJSwDlnS4sObwsQ664vThadynN3+6HhRet/mZYq4aKyGZLtZvHQPore7724/1f+2oTA/
AgnIspcxNLP7hry+OdgzYbGr52Z9N1MRe3KEXXpHSpzqt9s77zo6kyUmyF0UR6j8rCMmMfcoMAqT
g27PyVNpIj2WVx2bXK/K0+2hrnq+HEUiYfB80pSCR0W+rn88J6O3eKogjQpgjTYmGZWGlBoyWXU0
HMLU1NsgRp2veKcpUYOAHNIZNEvqaXF+al3bqPelDU79M1sRyd3bP23j0UHzmq6vTPWpg61+GfY6
Q9N1eh8MS6K8WnFY+rjqNT9G0X1BUGnxbw93rZpPjMpxp+JOS0rini9XQjShOvSl1EiMDDy1D/j/
smHDUXVSADoiH05QySrjIez7ukD8qplbXxRVrp2msRNF4NGRF8dCCJycqtHGWr1ejPYzF2on3otw
Ct8LHMvMnZ99vVekyBlvJdhp9GLXWkeOl4w2fsNQON0QveO0H8RpaMfxse7i0P77wRiKS4nMFEnw
Nc2r422JZn2pAk1rnAdvmdvAdYrqMUIWemeojSdXSn7x6EKwQrZyjSn2WjI3nESXoLJi8bRoWv1F
oURwMnPk3A49w57Bu0wn9BsiHJuT+AWwrLuzB68DWrrTyCNIyXgypXVt2wk9HWV3bwksouufmCA4
nyevUvRDG9dOoOAuJTAvsypn5+15O+IXty7NWIAYFJnBY5COrN76uDI0ETYpyd+EM+rDEKnqu7Zb
suzZKia1PsVtV6d3MXKCr2ksjNdSlOlnS8uwmVTz0f2FQHn8vs4I5U5WhrA5bzx+Qod0qJvpkLdJ
NxyEM8/YrYVc5Ar25BhrN10UHvps7muQO4UVHofKxF2N7rb101R692vVztHg1zjHLA9JoU4f2ylR
p6NrDzX+EvyyX3bbOQLpOzFA8UEWO7vvOid+2TmqV6G4zIwk6Y8+qgd6Tn62Py6tlgIFBq+uGYiY
pLWNPKpsiVq32mOXxkkYGMVcnunftTwRZv2QJoMaP1JIr7/e/iFX24OvxAcCsUjz0QEYcPk7cBCK
TT1KlkDKWmYH/O7q+7aH8x9k46A5h35UopMrFFvdOR0yp1lvD6pikobMSlzBnOfSCsncTTWY9DEu
H6YQFOERiaMSU7rByl7q2E6jI65O2ohF2jTvzPvq0nmDCpDlgdmgCrhW3MkibNXjrCPxzHMeXNea
MNVNtdPiorFwe4k3ZkoBjLPOYQDPvSbk4auMsQftyCByUdA8xC1a7ofInka0k0b7aaYAF8ye7JTF
YXR3e+w3M7nVMtOgh0yhy6wW3uXl900SlYQuqrXAoiYmta/HCnFZEElPVaiVrj8hf14CnQytc56I
QjmaY4n4KNDAND7z0FgIoRaqOt2LEHUgU4Xv5sP70tMAJlYoDnabm58Ufr7rz/GS9r7upOGpcLRK
9XtK2zNFx1Gvj0tf1f8s+mx9S8oYo/lMa6LfdSgy79iwLvgXtEW3d8g2PrJp4pJAd4/1pwB5OXlr
1KiChpYWQLoc6wdV0bT/JsOJ23dDjLbkwSuqKjqFFrotovQW/bnH+F0ilZypBoo8O3fAws1IWqIu
54n4NDy2Je2dv72iOXqgDd6YVxTf111WjN7LcDak2C18ueRgJBiPB0nnutMz4qL2SDt1ANrh6ku4
J3B4HTwxNpBzCMjET4CCVrExcNKSW7rXA20sleU4z4n7IkQ//x60gXsxS9BwdU3EZ7G4cN5RzO3q
oyXs7NXExfOIXXWyc1quX01+ERAICQPlYoSRcPnREKWqgI6xYw3EsD9WpZjvF14K3XfK1DuTOFYP
PRGDv5R19sGDtOwvHVHezje5IgRJ0jtkLcjBsshIKf3yZ2hZ67IYsxrAiOuUh1pV++QIJVAAZ9KM
8GftRGF+NC2s5iioW9k57oFmH9Sh7qqDEsb9e660zjkYDd7nxxZUj7nzE6+iS0AALug+w4AU61wJ
0+qDnbhF5ZgBOAjzXYWl5JFjq30cmqV8yfM6/3H7LtkYT5LViWiI0ggwV6cJA3kUW0dhBG5jhuUx
MrvwMVWU7NWJRDwfnJLq1s4Ur69OWJ4UrOR3gA2zvjrHykriaMrMAORDeISTj8yOWmRtezBmzAbT
dEZMOw2Xk4sn3/K3JSMuTL4KlAGZ39vrPkKTDbXlJpYZ1ANWv6D3w+8dOXROZJGr4jgl+mLsbP7r
CwtElezBocIr4aLy739EBWLxRsNsIiuYEG1+oJQ3lH6FCt1jaydmdvrr70mJE5kYwDISUr7+npWO
sPxUMJg7UJfuKuUg8jx6npPiPwwN6h2QxXr7SJ6NrL/xCAKYx7ngcm6eE03aAAjvlFqG8tEbtfAB
R8O587UxtB5imKB7u2cd27yN6EA0JeXmiV83Wssq4va0VCXgyrafQNb3p6Rv/o+z89pxG4nW9RMR
YA63pER1tzs4pxvCbY8Zi7mYnn5/9D7AsShBhDcGgxnAmCmxWFy1wh+qd+qQqdiq61XQuXLP8uh/
GSx/X7nrskj5aQxmXHKLLe100MvImbLYPTbppD+TxXp1WEzN9FWTmLj4tdcbv0w1UrKgqSuaMwCj
tAcPGfPe76LIW80cNfUtghxAaAa7QxxG9lV+X+pZ8q7jP6CMLw2rDmZUF983iVF+sNG3Z2yt5vLX
2MlyDKOKEa4P9Lv70aeq/CKmfopX5qLt+MROGQex0qkFPO4UQ8OKLuTz4lbNf4sonNKPZeKEIx4J
6kOXTfJBLxtHpa+WJt+TFEF8xL/rYfbVrnLqwJtHevSQd0kd3C7OfBd9xAFDAxAo/Hs3/IgxpGtX
wXfIVmu2wf8KIYj/OCUyCsRCch2kKDOFc4VpapCYffVfnrS4LmREUZTNonnKjnmS8eBtq0QmvPhO
eeuhigGVd3ayx9ka4iUYEa2+B3zZlccsNz0R2IqR/aRA0HJ/RaRH/uTZ7aeIrK86Ro1e4zxlzZr0
kWenbzdKI39S1BRrQnyrE0jDBSBzCCtitnwQObHuz53SLc9LFGdLIPVmoEowDdiKMa3Kx5Y/exch
mYM5sj4ocTABSSHbE2kzU2A1xrtllL0dDlU9/Gd3LsnYlJnd1wo98f96dPoyTNBHFz8WpupfdYGs
pm+Mc/MGV+CoOOC1MLq+nWnJb4oKDQmCyYb/jvSyN2OJFrlgIYQJALqhZpZBhhD+F0eqWgxOQ83u
It0Zy2DWcGHxyTJqHJBalfqeqDJjxIHMaRlwy0+zz3w2eWAyEhusxsjQF2gYWZ/nFmiJLwdmM3hV
T2WB+oLHbDHTZR/fGxIqnT96q+SrVw6TE9SWmH8tagSoeMSPHfCASIsnCXb7o7Tl8juLIuuXi8kB
5AfXpOWGIfx0IDIOySNd3Px7ZuV8uZoY4X9IimP0KUVt/4Sbl6rHWUddoKm87JWNwzfbUlLi8u3w
eNHiZV5P1/SPkCIIRpQEzgMW6ssQgEdPhJjNTxg9zHYHICEZqFZSqPkeXeiIJJ7at/6tgi1PuIpm
8XNohthBnmAUb9MmhQg815V7V9ertVLiuovtz0P5z7Jf/FjEwujvU0xR72+H0FbeidSI6jpkAKgF
VYPHVIql0Q+oO1+GxPyKWqT68fYG/dExOw90hPEVRQG6i77FFmZQuQqxpW6B19vShBpURdXdlIPA
PNZZR5HeJppdBjqlnjiaSjngo6KIaT6Ueo+yBOTppvWT2Ck+4pVQIsk19nb0YjeDfYLlQ3h0mezi
Z+MU7qcUjyt0PSatqakzbCaILtSztykOZ/2TMXuQ+sapgmIBsWh5LxEYSF/0xJhxqDQd3I6SFItI
AcwPp6so/5y6ZvxfLGPri4W1RIqdrDfNDzkgxx8L4yjEWuKeDr0Do6zx1SFhfuOC4XiGqNm/imWI
lZDGAo1+NdP6jxiZmcWpZIvf28XarwBwIbp7BL+cL1z24/BgYdAxBpLx6zc5DnTQnGxMnzwTVx4+
R1H+bpNEpZEM87um2bsq6jZlRd8Qp8qTwPhCwd9kSejiOQW43aLBnCLgKx6+1qi5jYfEyGV7r7W2
TPBzK4yAVqdXfOqXtspPIyYoiBhpkdir4S8vWJsxHoRhmnYoLGzFIa3ZnMuRSe06KVTDRROMsjpG
4lav50GrYm6BPlf7jzkS1yvbsM5K1/EyUIPzz9LstM7QSzcNVaOqT27HZMGdFSTTFnX6dvuEr1/4
+QGHiE0HdxVHokbaJhBtHOdFjGJEmDetwsDGtIZHpbabHamPy21c1QJ1cgbQbuvHe/5ELsOixS76
ODRAMWhHJc6jFxAPTgNECOzMMDfpS6vZexCSKwkZEvrUECC+sKvblp0ozClgU9MkhAFVHtV40e7E
LI1nGjHdsx4l1l5E/SNNsdlPwIMIAQPNZg65Vch1jGYuY9OIsGfSne5VLlP/je5b3R69VMm8Nyuw
704YpRr7beVWXyGBY2uuaq2hBX0TRcVnp7Mx5BEMb57RJdX7O6vymiYYIighBz3ulDroek37hDSr
3gcd88SfKYALFMvqCduOGQiCi/MTxvN+lCo0vOYyN94ofBqDH8PffaE9DEPVi3SjDN3ZUh+Bng0u
c6nC7H0Fr1Hl0KiiDMn9l8wXIhoqPHhwYOH6VTU7MLLC+CQVnYo5KXr5xc7nKfKrRnGUA7PEmoGh
imIbY8AYQZdiis0mQGqg/iCteZGnKe29JcQ2XvMCba6117py2sSfCp0sKZvRHPCZWqfdQTUbbaQA
Kh1SgVjEb9ocLxY/7xK79OtKL5+ReoLhrRJGQLWVYsmOjD7G+cSF6f1qPSYj/oLYKt5/sZf/RGiv
fCpqT92Th7owxuVmQlCCeb+LqhG5+CbvdxprijR1yMPFSHQrIGJkH/HnUwIRW0N9LKxCD1oZEVGT
SrvvFqkEnsyjMQD1bWU0mEZ1YQPT/r+yNGa8sevxq8WFfy/6dP5gRKbzxnPbmVaUWoHbnhfX92D5
BWWMKEprm9MzWEOkKUUb4TZZyZ0q6g8i5PxQcwsyUwBAyciLOvH8623FYrj94GWhkelJcshj3aDC
UM3Oj1aFSmeYGsdfxFDcES8N3dcm2/pUYeFUnvTEnoyggd/yvS+Kvn4cjFYXz9N6JYDaIs2nIhsq
6wlP47wNOHjkOsY8Tzpi3QLrX97XQDqtRmX14g1x/4RU7zwe3NrI5kBMjhvzXSvOf31bKG+F19q/
DFvU1U6mdBlI4LGa5EhMcZitbHtIE7bETmnOeWhNVfkwL1PuZzEd5BL9zhN9vT2y32VYXnmzYEdQ
BMPkb9vWG8aiHYa6yUNdJIn2JEiHuyevKJbT7fC/rcY5uYRFWtQsRgfI2rxZS4vHpeQMhkOmeU+Z
g2pAobbdy9zq8+Gfl2I6DVoejAvt2q28C9ZMtOesqQg7TIhO1hLh2NbZ7lv6MMqOBspFS5jHQmJi
beSsTHLwr+cHFuA0pspumsK/SZAaLKWdPMRM/73ncZiYu9jEVAoLDHoCN5Pgft0irZUgU60Zf+HF
zu6AzDbFc5S5C0a+Vm+89fJCEoUlULgDJ6VNHvq+ad1Di7PPvWkP1u9B9yS6LtqqJ0kfR35uLHM1
ZhYLk52ZgXQfqFbXfpqrzrAxKaXx+Yg6X+rsZA+XZxWPCvvPUBa0JgPA84dvlAq/qLoXoQLpA/HM
EW2ID5GjKMhat1TgijuM1s7L/VPxn4eIFSwCU3ClejCJ27R1UqhkajeOZZgpOcj0rrf0U5d11huY
CeoD1t7WnUir0q9iW/5nKvEM5d1N2wASgXXnFVrhW05ePbXlokuf7ivFnicKnL00VZa+3hn/qnpN
N9FAKg3vB+gwzK83Jz8xzNReBrcIeXfOaewN0ycLPdSNxUjYaTEVcpJ+J5Befm0IkayMeFIh/tpW
MFHt4m0DyS8cIRSip5Rb1qfSKUCE1YzCbn9u274i7MWVS0HiCmmTJTcvxMTz1sI7ogqXpfaOZJRH
rypCTOctsi3hPSPgPwdYCao7CeXFMzIH5slUGmAaudVW4Gq2iVr1NDZhO7uf6C9kdPXN3AznwWje
337Ei4POUkx70VEAHkGg3Xzlijthczppdbgk0NpRTDZPNJPEK7N/ujNOvOc8ddG3B9aFnCZzJkRU
GWlue7UmIdnFlawO+7kC2xmh/w8UGUPbumvGk7A0DAETmF1hz4XxwMixDEWquDvR7drPQIgS94XV
yIwCfgM6EsVQS0ckbZhkqfIzg5QWgLmwj7OFQSk9stF8Y1aZYuCA6xa+VIFDzS48gH/dfSZ9q14k
NHiSny08bGbYoy7WggJJoc1PEoo1JGjdvdeKeFT5FQqov9srXhxpjjNFgYcWCTcih/s8sGkDro4R
ko1hlFfLHRqJiOt0TXYSMYIZliemQynLBbJGX+wwZi8PNd4oDFKB+tADAH18vjKCWma71D2MEVvm
Gg6vunyoLIprEqBsj7x2USutRiy4i/PtcOBo654vxjerzPhfIwHaGcYP4AXaXdfhttGYOnZuOArf
T1h77+zt1ScEyAlnB4ANmd75ou1gMCI3iz50aeAcVB03+ab29Luizvud++naUtxOHrOSVcNiO68t
84VkHjne0FAT25dy+KGncvhidk789vaBuQwQdKgdNBPQMyV52yo1YKNYCIThSSITxXmYRwTxM6m+
Jlni9qD0aHzcXu/ygIJNWi9BIq6BVdQmIFlyUpx+7oE2KGPx04ly5GqWyLV912L06+uTMNpDyzz5
oMyW++H24pcPu7oo4M1C0kPM37aqkqzzehCHpKha4Z4SPvvPRjWJB4VI8RZ7h//Dcnz1KHp5K/Br
i32hEGqnQRNFuHSL+WQu3exPDbMrK3byb+PQtMfbj3f5VdAO4DUCgvuTsm6m/GtGNyS1zeN18Gxs
aU8PaimjQyNl7WudprwpJ2MPSrW+sLOsBncdCp8VPAIQwNymUoLsYwJ2yL0pZzuMxST8eVQwfW6b
OqAbZ1HHMSLtMIx6hEf/r1Rv8G0uuoGIda+yiJa5+ShrZ/bc2uwK0EF6/qLUCL9GHLCDxxBlJ5pf
216kyijyEF2ghF3//K+xXNw6+kjfrgjHSRsey5z6KyqE/SQS4b5iEjgCpBy9ne/lYjS/PiBH9o8S
IPPwLXILEI6zKItVhHY8Vu/irLQnBKqZggCG0u+txZgO/ZhEDDDMqXhKi0z6tfCsV1dHXGNxM/XH
7UN2+QGDZfujrcOJBkK3ifPAudCEGznUnlCrt1DGlIM0KAk0E5cF4XbJ0ekM5eBV7Z7K2GVQXJsI
sHvhLHDEvc3xTmD3unPfQZmBdvgZe4sxsPRK3qcp0ma3H/ICtr9ayhGf0NjgNl3P1fm7tnqNpERD
nSDrHe/OkrPzzOxoeWumnXJXDJaBElUl3XDMDEgiVgTNKdeKz0Wp7sFXLmIWv4QzgMgADXYkNTY3
upNrKExagwNaHCxOpU8fmXKn7+YudpmmmNbONX7xej0IbKuvLhAU8sUt7qLISmOMDXsKIQQ070Fo
PM4oe3/NUeu5a5hpvjUr2b5KHEvubm/55XOCL6aFsso5M6W1Nh8ymy3NLFvUsJGVBfyNQshM2/7F
yeMfeanvoWSvLQd1nrkOBQ6f8+YeSmd3Rk281sK+q/ExxjX7FLWCsdTIkGeARP7z9uNdZqR0M3X2
FhT+KpG37ZKnuGHNtrJooUoD5q3pjdmLjO30VCXkw/5cDI0feTZ1cpaLr3MipqBTzXivSXPBvQAd
DQSNKAbojgJkG65j2PGYQ+IbhFBEUX7CP7i3n9U6w1l0Jmc+eqOVjAcqrt70Mat3wy6v5vqRQWBP
nlwYy2fd4aM/NpGhLb7SqKMVRGPaALieIdz4KB/ZfVDqeiICwhJM3zKGquVPMmvLnSz/8qzSIF6Z
TGwqlcZWxqSY+E1WN2phBb58BrXkOJ9mIF4vuWJHd4ZSZEeMfppDYU97qJD1+//71sMiAdEPcmzG
AWBTtrzDHsSA1GYmwPlo6EFcufZDVg97QmbbG2ddBTl9EpUVhXTxsqZYwTAtUZeg1PTlZ+ak38vJ
Lp771FOeaDYzrE3abCeJuLhw/ndRamO4UPDEtnJGo2tCQRjMJYjJ4xvmEKByq8htDpMZ6x+1NkmP
RQ0DMgAUln6oerDKizeXz2ZZoQmNU8pOYLi6CSRPZN7cuahInYdic7LzxPJSFZxESZx1kNYMEvYL
swbMz+7wSjdODSCWvYt3m9iwD0zpEA4nW6WW3WoBWiJqqzLql0BJJ9WPDOGdlJWjXppV/CtDSe+Y
1VhTdYM6nWD6lgwAm/i+0KkvbTrNz0C+mtCLQA6bTinuNNQXg1L0xdcpLic/Ltxk782tF+DmUIKW
4wsnLK8GVxusdVZ1SBR14PVas3cebYNheCx6pwhaJYZkYrcO/IvCU32lS8awNXP7YAHyODp6pnwE
PElC02d7jcYLOsK6jyumEAQdYYcAeP7+NKWiaRTrK0ywH7/rRTdIwACD93lcKvehQiFUPXTA4uND
okhaiWaqt4qPMIy8n+h7MlKhUK/8RVXUF6Uo88+1nRpvaQ2mg19awD3C25F6m2asv5dPmyqP8pnc
fb05/krzVkn9skdlEhhd2r0dGQE/4EdUHqRt7yWvF5fCn7VgZLk4Y0JG2NpwjoVNllYADUnE0n/U
Faf8qCiAr+JikK8NMl8+0KyM443f0aw4XbhIu97JdbY34fobKDRXmNKaYmyJM3bcEbh6E7MGY/ml
aCkDP7QKmqAF+/vNKvM9U+uL3IoF16yK1td6B8EJON/glsoZyjOx01gk4/1uTgKFtsIdc8885aKg
uEZww7nnk9NPAsCtn0/T3Pi1Ee3JAl95dgwBYM5TZaMXs80CBk8IvuZmCQSDF564Xw5xZpYPqtrN
B6VdjJ0S4g/JbPOJrrq8pAIaXAhomOfPruiuHbEeohlZ1NzrI5jqZ6uaOub9EEGl73YRKMNC6Ujw
ZYk8eRADXf8hLWiEvmmNuXHMMdrUAvLu+XXIFJwZEDUZJt8xFuU0EW6Uk2zN9js6e+a7uJgEhyau
+3vL7q1xJzRf2z5wgxxeGpnE5k0SFc/YIxXVNIOsKBW/G+38Gevszh/BwKO6GZn/OCJfTw4VJpo7
64XPAON89xpZR/aiYkHeOPkP6Y1qKDTmmkXTiIMu8GFcima5/8dwsPqZOkCAQLvS97E2QbVZYnBh
ilkeYmm6b4ZFwAB08/jOq/R6J4Bf3HTrUmtTGMdHBjJbnYwmXsYlUlyW0jvlUUfP75SWqINy29mH
zKvs4+opt7OnF+Huz6IsRiMNab2tAnrkphT1uVceALI0PxhNo5LcquWjGw97RlcXSRNLIce6ok0h
APMaz19fm3H8J7WtcAC2q6+Z6SqBnQKK27u5r64D5H9VH6UVufUGr6eh0wd+/kFE0fJAM4S+i8fG
HvIljT4aUV4GJbST7/YghpdEm0GuYSsalLYw5DHqHetn32DIlKM29a+xVkcIDx4YPUSEYGhNb3ZA
b0Y9qvKK7qHhfaDom45QXVZVLFTQh6rUdujnV14uQGLkmsD3Mlfc8noGyU6nFUAivEqdECQWODQP
BHu8eHsv9yIW8Ggc2j+Pxye6jep5mqERrfKdRLIHjI5vnN/FSR30VVec6llTdrby2qNRn6/iH1DZ
Abefb6UeqXmBmhz3MmPJD4lICugqdfNGOu5e4/ciE+TRkGbgmcDYMwPelOAuA3oEN5fqAA1pTg/I
topjFk3GKx+L8dglU/2sy3xQwkaxsiP63HvGANtCh7uJaxK0E8IyJKNbLHHVq5ETlQLFEKeZnsB1
KC9lK5q7vI7G52We0odRVXIEhOm+hbfD32X6tq5NCry2ofictuLR1LIVDglwVsesr6qjbcpsOMHX
0FsookZ016jUXg90IhjsIu6uOqfIRA3tbgF+a/7OsR4NMfRwsqdmKcxPzUxrFvMqJfkeI1vUBymU
m51b6UoYPfvFm9cVi1KJW2p7TFy87oNjz8M93LIM1qsJYFAs7ofBJDW/vU/XFmXQxIdGycChXD+P
v7JG28mmjFq4OgxelP6e2zbKkflFbwcflRfwPDKMQSzsXBgX9JT1YHAsGSsTVKHJbOIJag60AhVU
tpJG85JvqVdERqB2fZS9scoq52NEZxqiI3LM90XS5d87rB7SIyT3aXo74ms/BHnfjFmACBY4cxdy
2Ifb+3Lt6LIfpDprNXUhxVkVGai2hPxmGIUTmm41HTH/a+41xt+/Bwk0Xm1MEbp1Ue+8kXXHz1It
9gZgBJkCIodc3Mb5G9GyVDWLGd3h2DH6HHgMKjO8COuzSyf8Zdaaf2yM8i4IA/CXSYfWO26T1jYL
uVACGPrQ5Y1+6Fwzw0yxioKlkOpRTMmvSjWwoSeG7pyCKw/KRAOVH9oQq87IJhKisZNmFs3Yg4g9
O9DMXtxLhF0PuoIXQayZ0879euV6Rf+PaaYGSIVMfnONj47ZRFUUs7EkfHooXatM7tFb2dVOWd/Q
5g0iGEHytU5PAZZuFqqRh4kw5EHM2ViRrsuc2adBRt3j2HYjujWTcmqUOg+ihIGqP5ayf7InZMdp
OQlEtkHT+qOmZ+9un+grXzqAiLVE5B8c6c17zmYv7iHFVgcT8P+z1Ps8UIDG3pVt1L0H52s8tln1
6faa17acbAAG1zpm4bo7P8vjkhd6qaZUCZjPHIq4sJ8cJWl2+mkXBwkQN5UoQgVrQKECPl8lq01t
FOYIXTrOsmdNO2B8pWQrJFkftD3H0SuLUQkhtwoeklf8p0r8K2CmGW1BhckOr7VMA2Dh2aGPKqio
k1QfJPCkw+0tvLYeEQg6jgahi67a+cM5td4hd+64QaUynSLB807MRe0n1S1xtUjHXcTjxekFWLUy
8zjAYPHBO50vuDCgcPRJZ0Fdgc6j4G/6E6DJFB87S1FSCE9tlRyspe7o6sfIgyWwMPRAg2fgHelH
019CPtg4Kmm+QoCJZaGVyqQMHZEnvycgnV6gj5haN0bhQChK6/xxTNN6OFUVfo2rFne9p7JxcfZ5
JgohREHAXGvmdjpgxAjzlrVwA9fCjzDQgewj1wPT8IjrsX7SSi0NDWtXW+8i12NZkh86FIycCJCb
CIdyvu0qEgyHNhsdCMjJTk55j/MZefTo7RR8F9/auhiSeqtsInjhbXgTszqYqP26gSkGK7lzM2dM
gq6c4j0X7msLIQdCg3H1uydwnx+QWqF4bxThBUMJztXs7fF9VVni87+feyY5KBOucZRtPF9ltCsD
9+wZILHu9O+10eVAygLTMwTV7vsG7avb6115V5AlYfjRPSZWbevlNpED7DMBp6vM6TfKsqse+2Sw
Nb/Sq/b19mJXziPxg737cyYxYdg8HAygNMu5ZHGM7p40Y/69GAhpoksq772yEI8FR3YnvbwSSNAW
J5IgbUdjczt1mBFIo7ixvKByBwhzU2MDh5y4BHQjfV0G/IZuP+NlQ555J4gF+LaMO1ZW6PlDTlZe
LxVN3wA3iBRSDCLYEZlF0EhBgpdX6jEulOTYtwwEptZpYOYu3ske2+EOKUSxc/tffXySufXnELi3
KBgEjKJK6km0wjbkSQwo5Y5rY1ckzldy+XTn6S/yRx5+zeFo/FB80Gg6f3hHlU2xJERRpUSc+oE8
23nOvXF4zJDTeF3MRb1rOsO9RyFWGjtrXztdECxNLNLWdGcrI28imNIPmFoEWaRogZXWxWOTwsIr
Rdt9kCIb34/pOO0Ruv+M4M7SHh4ZxignDBA1k/bNoe6YIAjUmaKgxB9jfoMkTS6/QR3CIk1WytRV
AdxZTGtQVyve4XfRD8E4aP1PZemaFKCF4kyQCqFonlwH4a1AnyL3fRTpYxukVD/lKU0Yb/teH/dN
UHuKJw7sLRy/JpoS/XURavIxG/qS9joQkiEwB9tLv5qoAh1ru7LBVsjIK9/kytQWfrZALAx73e3S
d4ieDXdlqlaj33ZCfLIjq6FTabhRscMivvpNkGKvKn7UFNxG58diVqO0q7IJ1ap2ttHMQK3xt40r
6UMDlPfQ6Yv4jr4Nml4S6y9tyTo/w/TkQ6EwmvGLeK6df/8swAzA1ya9oOy4wPpId85kN+lBGpXy
y9KM9nolZsObrCqsIJ/qON7p7Vx0Jehu/T8QM6kozObzLWjKuqlGL9ODfurMQC42RkdRo51mAdTS
H5SeLnNWN3A0SUJa+nspvNrboelKLKDkIAsmO0cGfSsInvcrBj9GcVywK3e1Ec8s2RWqh+2OIZ+l
mKHV3F7y8noBGo+jEJ8d00mgEedPjYdQy3C5NoIqq5bH0WzwAEm6As6o3Ov8Xj4dwHhazSxCJXlp
ppfoksqGQWeRjdRVajmHjsxeMzdLjxhJ/KsAFgEV+j2xziTakKNuwrytjKqR8ncAbBR1hWlITrVb
VJ9njYb3v2/impv+LzgWi47zTcRSuo2r2taDLscHxJ+qVL5KWdpOyJgKEuPt1S4PKkUiwiYMALku
mGhvVnPmlLoiMUgaczroVVa82tIbMj/PNPW0pInXHXAAhSOs5XX1qhejsndpXaZaKz8RfVUGCHi7
besnr8XTNzZH4L51q75ZisX4wKGROw967cCg28rknDYAfiDrn/9V0oyYR8R1Aekomyp0qew5MnCe
gr9c0nX6tHgE3ds7ezlK48ysggoYWwItAY1wvqLaNuhlpQL2UO25VahNujz2snMfrKQDqkM7UQkK
7OODRgzNl4hBB2VHGX2Li0Z/e/u3XPsw8SVBJIVZHeXc5vh2cz80GBAZQW8nbthWIrlLe1s9YT2q
7uzzlaWwlFkbApBA2fBNKTfNhqE4UFKCKNOKFzNzP1CJR49dPH28/UyXRsEQWonoNHUQW2BAu4mx
nqlnQ5a1ZuBMbfmeVlv9MSL/qckI5hT5IqDQbwEnmPMxb+Ju8qe0daQfd9CW/MTulMhPnFIeY9lU
tm/ZcPsCrYGl/+/fM3cgIiUr3l1nuHh+DLAeU7tiAM3OYLUx/AyIQoj2hBhRjtCrw86mrHfreX6y
HjfKBfAYmAVfNEAsNFH6ThqBUAXHwa9qTS5+6mpL8t7NZxPORBa3iPt7zADQ8Bn/Ey4DycXkvwtU
c6z2HMYux+gr7xjDOaI0/+Q9nT8/86tWxRNCDWCCFUcEFIxfMtZFiO+Y8rOHe9lBsBAmGlY9JYkG
kzqcl77b2Zj16tnsC4B+QjfpOpCHrWxLUi6rBmWsBtWIW44/UUbeI0+U4XrkKWlC2jHg1z2aYmeC
d+2UrpkQqD0AolBXN6c0RdlTiRyhBlFZjA+q2WdvikxtP1l9PD/QBW3fAcutgqRZSAELJda/D6pa
3RVTOpzKtis+gPSpvo+VWjxYFdY8t8/LldiLLj6nk3YHZeEWwOiaCKCKKlcDu17ao4EMORokrZ3s
6LteOwRAy+nBAjNxVhLC+SGYMZpp5rhWg7rRbVT8RpASbQ+rw4+nuoE/b04fayo3fdWXUF9wPchC
JGDjndT0yiXAQAqC16pFuvaDz3/GaJuD46StSjImko96njZfTD1NPyPWYL+ZwKv6t7f32qnjvkH4
iWtntRI5X09DPcerXUl9Aln6pXSd+CjHQjzoePzd90YLbos55/3tRa8eORhsfHRgNVEOWn/V31cd
T1NjK4t9BVfej3UO9oCv3/wRKHZ5Kt2lSJEqiKLftj23XwVzARNQvwdYgfpcfTbjyZ79PlYFKAG8
40ZRyX/v9xnc9wBMGI6vGIX1WP71C6uFcRN3hxbkihqHcq69tzDk0NxDYKJ555hLu3POr7341Tt2
xQissqubkiTNPTnmpdBwGaviPHCaOX2HvXRuIFlp45yrDwMaNLffw7VvCwTiShWxqTv+DO/+ekil
c9TabGYtUGdz+aD0yWfDzMdvtxe5ct2SAv//RTbhJS8Tt56YewVzC4XqAKFtQUsPt3aBMmY//V+2
cfWQpuGxjnU330+0tNz65aAFKM8a4kgRKMcj539Gk7BhvNYle7r76+/fxu1VWsyBPQBXa0smUhZT
U8oa35ku1cV9Lef8Yco7K5RNrd0bdfmLlkf9UILvvvv3jYWvAX2JBgeYiHXj/3p7Xp8tudMh1AIi
GAIoluKIlrbDMwS6buegXH1GvgOuJRJT6CHnS2WAJBSbyB90Xjy13zShRePjlFXaI4Pl0kAHCxmp
MDYGxQx0bYqjf89QyBdgLwAxA+a97UJmVVqMiUuxqqN2hTsc+i+tupRvG2Qdjrd39XIoivwzjBQV
vrbFZbBVqKuZlVVJI/Rgse1pemMP2Ti9oNg2xgEqMGwy/reAmUs1b5WnfDLRPm+7kiIW324FhL+h
vEbmrPUnp0/k50RtzT29xWuhAkFgJrbM06ncN6ECEFM6xihvYpwFnazWUrxClqR7TN3iF3S3ZSdB
uHZFrNQu5EXUNT/afFK9BHJiTbSwEL2G5yiMz0PJ5D6SRXFyx8Y5QAHvd872tdKEHiFjD14Edaa3
ecbSsVJj0AhN5dLK8oubT8mD2XrNdASYWoP7zFBOn4cF2zSZlorxMHb5WPpKAkzRp1JOqv/DuaAQ
BWRJRU/1u2V/ATzQKk6fGiTKVCknNba0PgTe3ORfATQ7Xtg2Tlcc+9pYxlMSpxDgyOoztmcozK+Z
JvSB2hx8tK9OePwAe9fivcN7JaCvLs1//FkMgDubXet1RVAtdyptvAa3iDTSw6Jw5/D2J7IGlk3E
o5+MxCiqBhg66psDwVhVDtFg6fSsbf1+qhbrs5DynZo1yulfVyKwcgLW6T8WUNtb2POitu1jvLUA
R4hTGrtIENEo/5E1Q/nh9lKXp5ylmEnxGtcVt3dhAoDB6IzODoTDhe+mihpymLBiUKAfzIo2hpM1
Tzs7eXVRkIHrnA8A3VZFoVlMB5KktAOupZ4Ghk0jnh6AG3ooWD+mwpzuvUbdkyW9jB8kLvQxQJJx
SxLizqN5gT2NoTeOTU8a/il3MGJQk2qdUBoTJ6cq97BdV3JriKhM+leAoLZOds4XRBNnlDn9naCd
5+VTImqG7IC9ig/wjbsjCOLoSUPZ75i1uvEUTc78savmvevygruyYgfph6+WPGsTcFvnJDgwjmjR
2WRYtebkKPisejhxNg2IEsDsbnxN742HWDrT975K9JdiWTWDrAgeka9ndvNbrWz3u1Vmdf9kibH5
gnICgpqJNc2V3w3K9Ktp3MYLvcJ0H1LTao0HKCbKp9sHdd2s86+Px6BjynYCmr2YRGvJbPYGij6B
ozWjerKFlrq+YuoVPflEYjCEX+0USkJYfsylkeLQS4/C3EnhLyMN7QJmj7Q2EEZGtOX8lba63eHL
CkdQz1qIk1aWvuuQ+9jJOy4jzVoPw2lfwXO0JzarLDZiB8rimoE6jVr1vhnqQjmYkzG91gtl9M6l
c3U1umBUXasqjLU5pnXcyDy2PTPwxiZvH5gcjdnToqPDFjh2hx7h7Rd5bTmaUIgdINe6ylmdbyFK
YyupC+eQpU/d77ablUcZJenXSt/1kLjytlDuht3hQtUmjm5aXj1OcquhhUMR3SY/NQTCPuMbuZMn
XAkrqzw4STcHgzn7JqwAPnZBVbLIotaKgftClYc09RIIPlO72PcCNYnvt7fwWmQ5W3NNXP/OgXWA
IO5QOjhywKEC1ZAcESeawh6y/Xs6m/GHZdbcLMDZYzplU6K+Gbpp/HL7V1x5kWc/YnNurKhdzGHm
i5wRpTzmZpP6YqhbZPviPSn2a0sheM/8FDgDlelmKbCDnaCn6AbwV1od5ZklelCWhgClTMteb2D9
n20iDfhn4HdkPGuNuNncmqFh7RU1uAllKIxTnRTGW9PqFuPkaaLJD16qoyBr9/ky3un2CKEWWG0k
/nlkQ2dOA4ZMXQyewtwcKzWKTUx/Hc5u3tm/IHqKHxTt0+D/D2dn1SM3sobhX2TJDLe2G4YzwU1u
rN2TxMzsX3+emqu022prooNStKmucsEHLySaOu5lxFt7mANC+g1ml7rIarCBtn0BlYLBMoQHh0Ur
npWRqDdK5dZT7bnf4ctufU8c9hiLtJRnabXEehjHyaAkFtAUS1J8VA3s0VViOQ6AAA7lv7c36lsR
a/1FLbqMFLjIV0GPXB4XxNIA5/ccUdJ1/lsfx77z6i7uwWhlmfopXuJZd7mvsNqBTVOchkaj9FIA
wMy6IXqVgvHdZvICDMcuU6j6ozoiiy/yxwleUGELI3R+IfHo/Zc8bAavopkOLdtQTrenv3ULIkfE
UrOb8QZexa024vxxRg3Ui5Ox+ZFQVb+vUFCLdu51sYirRabsL9qrZJHgaleLHFgzvpUFyJjIMHLV
zRZL/omiL2KWnaRpbiPl8o8kr/dETTZOKwA8YAukaKKmtnpO9FKbc8IA2xsr3S4QjYjqY0RcqR9x
w1tCd55NXGRUuQo/d82EJXI2dpay82BvBVlcFw6MPbjYgoh9+TnrZSp7ZLccrwoSC3HuQVIWv7GA
DbtVv0gfIynPY28yrRBndJApITL3xjL6RtzFn+VxWX7NWVZ+B2PLAvamUsWe3ltW6KYW4C3PllsI
ZtacVHdSHY3AVrQqweW9AeL5/qOJ5bgpJHiEFea6KyLFsdYOtVD+mTTHp/2P10MmLz/NpFZ2is/X
twDeIYwEZIMWJ/HU5aK1ozaVQ9BFPp2B7hEP49FHujXjKYmKnc15fcExlHBphixvQVBcbU6ls9Jq
DhuQg0Nfn1JTiDXbWnFK5yZ7BamxB4K5PnNUUUWwTbUUWOgagCORU+GPlEhe4aDWGGYt2t59sgdy
ul5A4bUpDGxJE5FbEL/ij0ukXuIiaztIIhKqrpSKU158SlTPWtU5794WDEUVAB6+SKHWADVnGmxs
0CYaoyWIlqbqe0AsQqHE1srj7ftqc1ZiIJYPrMYanh8MWm3NzgzNKTCDY5aXtYdYnnxQK6TNbg91
vS1QtHvLe2E90QdZXY1JD60yiVLJU9UMRb3EMeZDLAUziCXrJZf137eHu5LFJu2UAQoTLFJfh1q0
uiZkhFRRLwPmt6RcJy5tFZSSuwA/VjwEEKhE413uRFswgv4Lea1xerfrDPm7jRA07iaWNneu0zZG
Dfkp6cfnUXZG9YQOGm447lLWWM7s/GQRI19e63QBSLxozIte4bpAHxBI9jREJG8KSvOT2UzTp7SM
J7fuMSTkpw1+6Fjl2Uy0exUx1qcwRjD59m+4vuIFRQANIt4v0tg1oiyajVGnuoTq6WhiTFkKhHpU
q8ekwfcdIpN6Z3HtHpD5TR6zFjLV7eE32jaMb/Ok6SgwkbOsLg8rcooRGCgi/aktIGCwc7wEWfyf
qiZh+YBmdOvmYVJ+j2al+RjpS3ykrDv8xFOgAeWu9ScDTdpjmQ1DcEgcjPRu/8Drl5ffB9gGBTny
xqtO5ltJLpEtiR6eYx/0NEjJC5QIc6CoPyE2MftKmzc7g4oQbb0vAIboQCjJUYGpXN49Wdw2mIUj
0U6WZXwLqrLkfWoGX62szp9lc7nr43j2EmmIdgD3W/eD0K5AXZFGFSHr5cg1ZGDwmhlysYqCskGi
Wr6TB/a9ZhR7xZONoURjmkAV3S2x+y6HkiI1LmadlYXkTKxmjSlQrakcJ38sm3xvn20cNQYjQoOF
iaeNs9pnODTH/IdHI1St2f4eV2Xn06bsfbmf5eSQqVn4G9UcJziOOtpUMMINx42mYk+yaWvWQogQ
NgOz57a/nLWjLCnOZvBMsaGLQ89RJgU3yCiwHlrbyE+3N+/WYGxeWkmI2JClrwYrW0sJ+j4PfSfr
Laz8ZHxy3AF/VdB4CFvvoR62hhNXGWdZ4FPXLZWhVOW6bGBr1M4IFEbKyn9yGUguIhXdt/fPjDuD
4J6yGzHOKsmhhNuHDsAXT9LJWTPdys9JG2PBMaH6/hdD0f4jRaYCQYPk8osF7VihcKUFXjglDlYT
ixZ6bTLkv6TE3Hszt1aQ/gte9QgdsYjiz/8IOiC1dzmmsIGn6+HQ+wWE8uaErDK2iLmdd+9PlKjU
gmRGoA0QGvvkcrhUq/lgoxR4KsZpT5E5pl6Z4XlAZKyFO8u49T6rAFEFXo8SFayhy8FiFVGevo0D
L9GpZDzwHnZfA8OUPmmVUvxegrRuUeyp9WdSVYtKORqzGLgpdoWizTL9r0cvPeAGDCcMHAgmMIkx
tfSlx/ji5+0PvvlLBTfZRmiLW19fHRvs1OYIBRJxbPIKHYPMhostBVV3SGpL/0gE1ytuuETVS1XL
0ezPqDAepF4Z3Dho+2cjRtkyxvSZGxrbwgPej8vZooyxByjYeLs51vwL2ByyP2vCUtiiclbMBsFc
aEmH1kmtR/gPDmIZo3ag/Kn7aAni71wPreFmLaSR2wu1EeHBv8VLkwPPSq1pAGGcj46eAOgr2rw/
Nr00gHznWQym6RnayHv1uAjwQKPyLMH1g1u4zjMaY6Zu63B1YlF8r6IV5WEKTojUZuNJmd4vCiKG
EwPhC8C460c4X2S1HWWcB5Oui48N9bMDnIfozpkwTKm1tCqwXjH6z8uQVd9CyynuonYw75phsXby
A3EMV+EAoEpEgSmPg/i7wlWjHdCjPy152qAu98LvFoVavT3f/pobu4kkn3ub0JmDutYoIPaRnDBQ
I7/HNvGcLlH4QUpGBynKvPJygILHjh/tzh2KYbHSSzuB6EaghQwnEY94q2iRr66HQpN6W5sB3WiV
qhxzxP+xlFZQlGsi3TdqQ3ZtJEd2woKN+xbuFv3uN5ga0768kzplEqo+pK61ElgH0KGpjz+ddQjG
/ftvIwJBjIDKJxhFTsu6VNRwiTucxMhXlmaJPbAf5le9Hqf7Rpejg+qk06M+xYuLTDFlgTGF1tCF
8Z7ew8aMyfhNUmebwJIS6OWM49apUewzQz9eRuXUlQSUFE6y/3oCtb0bX4Spq32rC1UNICz0+uW1
mnWMBZRFRz+CE5eVdxV95M+NKXWnIk6z85C39T9Z2jniYS2wJofAe6c3FUyRzAj+7Wso0VMH3WRn
n21cWnBZBM5B/CSKaZcL0ABy0LUEAIXkxL+1FnSJFkb2wcyH5FQ67bRzR26tN/kNmSklWVghq4B6
qXUQkJWKAcRU0PodsULifq4hwUS0Rv9ibpQ8QV5R96U5sxqMmmqLeHzPYGUrk7lOzqOTJfZdWcCv
9RqtW3YG3ErfqI6AMDfocXE3rbYTsBopN1D08EctUk5Dp1knC1arHxjBCZOTFzCwpjAVyu5CAhC3
wujzpW0GxW+RZbtPNLQqh7BCvG/Uv9++zrYWnjwG0hI9TULS1SOeYFw626kW+6Vc2sdkMb81aLL5
bR+EO59YzHG9zdErJlrD6QoAuzgGfwRtVBXlxTK4RKhJv5hRl//XYaxLQaHsHp1CMV8NC7a/Y0nZ
h3dPkQYGFTBoPnz19VkOJFMPgqAIfalAFm+aFpT62xjWvTb8RaQIih6QCs1ZQY5erSawI6fvqjr0
y6FYTgbm7A9mBHEpbYs98YCN1476lMbRfGv7rav3c4Aafy5mZYdK8KRFofZUlkv0/tQIvW4hmUj5
BWDsakKwg6KsNubQL+IhxPym6Z36kIzYz7exvNcl2LhzOJZ8flaQLsE69NWGDpROTORC5dp4dPKB
F20uptiNa2do/EDSu53dvzUiMYMwiBXM+TVlOC2mXC00rvm5LoOTVS21D53xd2Rq4QO4oT3ax9Zw
JH2oaginGXmdXTehvAy1ZYR+W9eS39WKfuAe6txoiewvaWvHf/H1RBZBowc6FKSHyyO3IOYTtKUe
+uZIlJsGVGDMGcd6rIX+IqkFhYnpqUwgSMq+2ihFjYfhoAtboLpa/DgoG8/KY+M14HF6fzTCHnmz
suXKgtJ7OStr6aBcFVqGfLG6uGHQS2c5xP8hwrrn/XUeyksMJlxkwFqshqrj2LGKRc/8eazbF03N
zXsM38fHZJHGnTdi4yKmLYANoKAD8Datnoi8tnOw9XHqq1GFbkDaIcGk101Ru+kwTDtLKH736i4W
jAthjwv/4AppqQ29vVg0xvzUkOuvoFrqhzbc1TcR7+jVKOhXUdVGWOWKhweoiYZU3KR+C8HzNCc2
dhk1clbjYmPIB6vctRoFJdZ0yj9FjfVegzQSIch/gsIm9r6y9mWr+ZyVk4ypP5vReAK1+toHcf4Z
AdDurpySYGevvEWmq+nS2aRMzHAkfGsA9EQvItOUOvHTvCG4MLtApzZsBqM/BU7+1FFPPEtdYR16
Pa5fwBAWn1oAeI9hoeuxV+a19q9ujPH/br9+G5+aah6+TgAlKOitXz+lUJ1Gy8vEX+JBBpMoQS+J
0j0qy8bjzjaiuw2MHpGJdcsumAmieixL+NQz8FCg+9juqSQl6FssqXmaRst8MEciGnuy6r1C8MbZ
oY7GZUBqRDV4HVrACJmBSKSZn2Vz8quwpPAxHGvzPraLnYLa1jxpmYO6opCAJMnqmlN7ayj40CAw
isa8Jy9J74gF5AM1e+0wotf/GBhdciII0M+3v+PG28H7S99GodwCAE2swR/hU99GcmUkzJE+Zvy7
M4z2MM7agMewUbfnPh/3EGBbU6XiTHlHkLR49i4H7KLFhHcEwjnt5eFI33dw2ySGHhdlOComtf0a
DEvlqmhdv/7FVOGoKUSlwJnWmHeSnRglHhZZRyTCRcZ6/NLa849ZnqaTXTh7nlJbu4eyAV1ghAcF
l2A10RnIj55MyAMMRvHP1BihR7kZa6yoU3+/f2Y03ehdkt5CgV+9J1WBXGCxyJmvjoUJx6xQ/i26
LP8wKHRQNTNzdlBa14efKhvlGYhVFPR5wC6nFjdL0w6phPVqvKQezjrlczsse+qe1wt4OcoqzMDJ
Li3KDDWCRs2UL0NRUFtTiu7DNNIyeO8CcsWAcuNF4UORLl9OSJGauY2yRcBGI+sTSq0/pKU0zw6o
9YesGPbwutcvmOjW03ghewMkvC4d6qOh1KkcFr4tjDJKktTWTSGpPcvT0qD8gm+xa4wid5uwo+U5
S+NmJy64Pvf8BIfaAH18gJVvOLw/zn0VYPkjIwjkg3CzW18t9OqzMbX9faA50ilDoebdAo1Y5AjR
DNF7gfKxjlKHQqfPYjOiTDftkFaxclrsyKEBpe9JIWztHAbDnJXGNxAMMfk/JtfqVUN9py58xGc6
+sz0K55g3jW9mwWGs4P12DoMqB2IZAahbRKny8FAgnV26IwIIuoQXukHFS62z/FeGCCegMswQMxI
xHHcXrTtVqchRUoR7R7UvuK61alNmYObmYNJe3pR/USbnOM8q9mhUrv5ZEcB3f5ADX7dPibXdzev
AH08AAwUKq90l2QrjezSVnN/KAfH1UYyqQIoyB2m9IkX6NN8x6affXnOh50i7NZ2FYrYBFckHUB4
LhcZ3/jFCirugi6152cjmX9nhjrkLjKjpofxyXi4PdPreiiIOixFqELz+AOuuxwvycAohzLjydby
c1QWvXfLYiwep6izPISYK7ePumiHKrq1vAKD8mZ2B215NWiJOEmddXHhOzpdoTYgnEISAcGV3Eif
+l5JT2nsxF8VqQ/fX/+1EA0QOsOoQoly7OV8i7jqaBEhDCtVfeRpUtE+zxHeQB1KUX5WGKVnmsm8
kyZvcIJ4jOm00w1hS1EPvRxVKuzKHBxEMinOophUOFKme3Fmaj+4IsLuEAIgKe4klEM7t7ECrIRw
5G3AIw9CbLUd1T1wk9hGq0MGHASjNMFQBvC3XgaCwD6R0fJbjEZx69Ra7pHVR7tK7YKdN3tz8o5O
7w+hBpg3awi3UYWtoeNr4mepOfpVkqeVGyFcULlEsjyoRjw8lmO0fANxThRGwji8zkbYn2o9cbzb
230Ddg1zhF4Sc6f7gOfo5ZeY0y6njIaWdW5FCCh2S/59EL9iUoL4bGNoT9Rt53cGCiR+6ajpsTH1
PVbJxkUqMhzgyRS5RNx0+RuULkCyXOI3gBYYMUQYcGNuy/P7Z4p/EgO9ebgiXXc5CrdlLgUpaX5I
8Cc/1ZExPun27KBb0KSsM3FyVLoGgWjzKJlx9DXIkmZEekUnz7z9WzbCAFrNws+DhYcLsVr0KZFm
jKLD1F+UtrrvR9U+p0o+3hclEDFJC7T7shsyD6WH/ssEV3nnurne7CATaQjTECEEoJxzuRJzrCt1
NSBntcw5WGgsAb1JkyJ36KXGvz3T6+v0jVRC5wWHKJTnxJ//+SBnfTXFONx6IPkcmLxK9XWo0tkP
6im/k3Bt+aZPppy9f1dTz0EBAyI0KTv/93LYrmyUCdMGB7+UTj23cHv8FEL6E+St0cdblattMdVP
8CvO82iXD8rU5ju/4eobs7CmaKvxcgIGeRP3+mPmUta2WacpozcrMbCyNAYUih5AmcGXGiTLVezF
+BiVc9xRqG+m4kD5Nbt75+rzG2hT07okDSGhXX3oUQJeoYLtQYLACO/TuStPll4nhyiRrNexzxzX
mXfNVK9e7LdB6csifiBkBlfpT6u0XThUFUKGUlmhdRL156DS+0M759+kMBhOt+d4XSYR4wmlHWiF
oCrWITwM7UFD2nlEWDN3vpaZWd03TtTeV8sy+xpqUOfOMcd7AgbrQ9MnwSs+qMa575z+sZxk7Ucd
drOx8/GvHnRRTwRYR4texC1rUCTXSYraYiNMyyX7WJSV6kZh0Xl6k02u4aSjl1qIkqkDNqy3l+Pq
bIuRkX94q88QrK92voHrp9ODEPC6zAkPdVM3PvT5xJutZg/DuDlJUaAVnjxizMtDltMh1jHXGzzL
bKRn5BdlFzKvcm7ypDqOjiMdG7VuXJlu705MvDkyQ4p8nih/LTzjmEshORWTtI0B2l4z1cpTAWrs
v1ldylOp2M0rJpZNgM+6rO1E/VsLLL4tGAX6ubwll7NW26przJKxiV+GxitjTftfPyd0r0vdSfc6
fVf3J0kpDwQhKaQdtExWJxhphaloJ5gUdl7lp2WIAGLGGOt+Gsd2PJVaXr9ac49J5u1dtDkssQmZ
B236KzlNNOQ1p5nSAQptvpwCbTTPajFh5pos8cF5M2rJ42Zn6258VYQd0QEGjQAMa31jgr8mkTQR
MWzTJsFuuel9XOQ1t4aWBatgCH5q1hjedUsyHG9Pd+ObQiNBz/ZNqQVe+OU3pUWuDDAI0LEt5OIO
xn/6Ymtj9kupFHVn627cjtRyeQ9hr4gO0erQpHOtdUS7g0cIiDbNgO0SNhtV+5j1mv5UlGHz5fbc
tj4lcrkUfolvBbD1cm6qGqKH09YDbpiRfgiTObvLNAc9DbloDnEToBg4xcV7mV5s2ze0AyUwboj1
ncx9bCvA+AeQWNF0DJCZux+rNnyA8R39xbejEwtLB41ZmjerCo7McpocxMFrkEE9xUkjP9ljk3ux
3Qffby/l21pdZAliWtDJTCq1tErXVemuNTB3sMLBkxKlf+mlNAE1y5tieJBanchFWDFujrOu9KZb
S07w3QmH9GOmO8HoJmHSw0CrU2gogabOPiKb2QdNUiXDK0Y5su67rLUcX8oC/R+HkPwpKbLwR43m
Pw6AHV0Gd6YM/G4wGfVYglBOHHxPHqrVdaakbSVHg8NV2if6Y6917al1hvTQKk77ACx8r2v/ZlGx
WkMhqSw2hTjpa6ylqczhotWEnA1oChtrELzjf1E0yww3yYIxvF+6Mf1usZLLeSjyPH9N6jkbfYqn
iGr2VhB/sIcgd1xDLZD2oATbzd+mbJrQsTCQMnaXfhk+ZYMy7kTNGycXHIngUHJ+uYlXK0UbNjOj
QJo8EjY45zjRhT+b3qhxpoydKHTR8oitnUThKjPi67CvqdGTKxKzi9/0RxCp4DfWjK2CZVo1V6+h
4/zXqaW6s623BsHKlYq8UBCg1nI5SN4usdK1KiFDlPVuVOgmZJgiPdw+PBv3EFVP8G0gGQA1rYFm
S1XZsdxJxKLKsJz5pMOdvnRCPSCcz0uOhnkaOc7Ok7JxsWs0cCgHCrde0oHLqSX63Dn5QhyWNk3x
e5iXaDkGkqXRb0ABbifo25ohIDq0bdgnRL+rKo48LK2WhET8VRVjm5bPevXaITz3rUH6Ed2LpDna
TWi+3l7XjVeTejKYdhrKKIau0V5JOypjCZ3Em0q567ywMOPXZEb+ccCcF4mzzEgfZT2Nn7JulHa+
6dbyguIDvgihlwrfanuC1ouVwuHyEF3BQ9/Mcnii59EughAojTuPytY+ZYMKlj04/it6RiE7E5il
aPKsojC/881V1ZUTc6/iuDUp4TwLMwZ4L+zsyz2zOE7dGPTjPdzwZsyWq/ZhmCrtHrENJB1vf7yt
sYTsu0WPl9rmukk/8TrLcw/MuafG5RvRRLjTKnLzmKRN+xdnQajL83AR61hr6Y4CyUhwjRgQNArq
4QHbw5vp9N7PspLsnISNL0U6xqVN91ZgL1fHrh+XER1SToImI0DeVnrwkBZNtbMfNi5kCog4gsCn
E7A78Sv+uBw1vei0fB7ZfXVEJ2OsFIvuodHlrjFEZX0/Z6a5E/xf1+5w6gMPTISKgiG18NUjQOmk
5kmyB3TWqlg6cLrlX1Cm9Cd0nObfePmBr1CStgJl4Uy57KdxmJ/kWmpV2HAlYlPv3j8i+4VoIm5W
AsvLJYjyEKBVkXB1U0Zxk2m2wAb05WlED2Vn6htbFeQWLx9JF4XxNSk5GSc1oc4xYOlbmiej7cwv
fZ1oUOXSbGeojSvNoEqn09nksAO5uJyVSdmtb3osiYDw60enz392ijE+S5Y6vRhLKp/tGt8CNHa1
D+9eTjrUQjAES0Eh53E5cNyxjIHGHA1jjp7DrNIIJ+Kxylw51+YdkY2tBSWfEYryPBooE14O1lvQ
kvsZqYXCatMvaQL5WZY04xGYbnJ3e14bJ0Xo2hG0UpYBn7YaSq8Ns5IxJICjKY3Pc6uoxzf0aMsO
97Vm3MOlbbyEjGeJhhXCsKBBL6eWOmrrVIqBxm3RD8eQCpkrDfUXU4m0s5U5010h7/puiZO3iiu5
1vh2hEv4z62Bp6YkI2AaD703G3qauyE9wtbVZ8d8DtH0qNxSG/JvGf+s6YZVXX5W7bTc823c+KRU
24COcFIgdVpiY/9xI/VOoEDdY51DI83/F+lS+nGWnfnJtLt4L3DfWmOKXvQ46a0i/7RaY7Mx7DjU
I/I6DMzvem0yDlCkhqcEV25fiM0B6M729MK3FvnPQVcbqVMSZQlNEqDKLHAMW6z5LltCWMZRauFa
nsQPkln8zEl+hdrbX7xgNELpt9K5RpjmKpVNZaONxOiI++h+OSrVEbq9hFNs0R5vn5itLwnrg64E
WTNPy+pLNnoYUktidadomM9KQd6VwULxu8RUdoZ6I9Csd65Q06JnDUfgKuDA86doOtQHPWsw28PS
VMnDIqnJQ6NE6Y/SQrvAdZK6/lj3qmck/bmvcrN2c72J4TBkxkkE70TQi/kTJ4QlIefujX+jHk3V
22siPu76d0LFE4wjwec0V2+fPS2qCYwb7bu5kH5aUzSpLq7A9ce2gv6N9ojy6faAGx8BtgRXFh+C
pVmHEWDGiy5NOE4w07CqtLP2KaemfLSacPn2F0PBbRLQJFoyawMDbaTe1wxyj2J1I33UihQcVDrn
3Fv1oO0kkhvPG48LyH1WkQBpnXLTLqjzwph7r7bRn5Y0Go4t5/xzXyQSiphFda4AU7rNhEHf7Vlu
xGWMTFQmVHioX67iMnVuKXgbU+9lmimdsT81PQcCwc4+ue4pAoqgpiDgHo5g/Yqr649rsK7INBad
DS3lan5vNukHy6rHw2iH0kEPpeDjODiJO8nwncJKR+rRKva8mza3jvCoEuqaooJ6+ROcWdNbFoLX
QObU6qGt+5JNigtucPZvL+rmUKLGj6QGBO61FVYbytCkEptd6sz2GTeBFA3PVDlyq7wbnCAWljY9
LCIhoL1G0thymEULTUHPqazgEA+Ui7pIDU9h1PVeR/6MtHi5R6W55mW+jQowGnFD4TC52jVLZMp5
VGi9N6ClflxyKz0gO7g826jRnWkeW/OxKvX6mNqJhr1imZWAcYPhMZCz8aipyXgapBFlPivso0MG
jsMvQBfsCctuvIciMBcdJ/6Hg3X5xevGDpMwUzhVbTi89PGc8EyUzj28wOQTQoyOb9JpPN/+9hvv
IV0+EioiOM7TGi2io5MAlIpt1vTTcAffpPmeJsv8JC9Lchr6PDVcNeiDx6RBRkCKenXPR3xr1pwy
gVrXqHOu36kp6SjrREQ9mjTZp6y1p4cmJMcL9bj3awmvjUWVsh1MztY1IvYBSgXUpNiLl0sdd2qr
lpTnvcEo7acQvxK3D8c9t5Ctc0XPnWqRuEmoT16OMulqhXA4l5Ve1+1BqYrif3Xe/gqSuttJJK/F
tASKi2yDjodQaFkDEPqAPQMxr/eqNrBdxCWll6ro/jHNrnhWpbCgd6mrvhxKM1qvBZh9uWxxha/1
xyLNo++399TmvAVGUBTK6L+sQo9yGKMhVcXzYATdUeuk/1CdHT7TACl3ehEbm4cnyEBpg0orIOTV
kSnaVCU2DzovdUo5dNuil+4KNWl1Fw3z5SVuSu0Vk4s9MNnGBAWKnhogHjeI4awmuCROP5RL3XsT
5bkfSlDb7mR05suUT7vs960poikPYpV6M6IFq5glQtY/4B4m8+ll/VhV0fQFMRMKE+po9oLkavlW
XbSBO3Zth/EVyofHNLbqO/DnxcnRy3ly7SJJ9MOg986dE9OB8kOplA6jUU9/seWB10GbE9h6Mncx
mz8ezipTmioeHcyQI4qwmRPFfpYEyaM5NHvcqK2PoHNfUOV6a9KLP/9jqEmay16qKxamhjQXT1Xw
X9RX8YNpldbONtu4LkSOKyICNvWV/FYTx1IeMhxdE1bMac38oASd+vn2sdmIToE6CIVhwOzA98Sf
/zGheh5xxuwxku5kdUbsd8ydxwzY/Pdq6uznREqb37cH3FpBki/BMCNogll8OaA+G804lxqnB124
s653nxVJwusmbvek2DanRoUQPg/2zhRZViNFWVXXIyOhr0ZwCHnNi8MAvaJMnu76pIh2XrWtKpeI
DkUcTMUAZ4fLAedID1WrZi3psAQAHuXo24SC5b2mDzg3NEBrDjg7yP/IvaE9pn0gPUu8vuchrXv5
/RUuYn+CVUEvIh1bfda2HpsBT0e0DcemfsmCXPNrnOwj1+yTPT/jrS9qg80mNoeTgSD/5bQBzWuk
tKxzlYdR7qE9YNy3JcKJrial08fb22frZqJGQM0e0Ap491WRa5KaTFpoXnklQlDf47RP/6kBpbyW
cLY6fzSXuXBVunA7r8vWYXQUFOBF2QAG5urT6lbL32zonZdPAT6yXRocpb6Uj7cntxEXCVM2oC9M
j+7A6mxocW+ZccMoidONfjAmsgudDyLynBseBNP0Meiy+HEscacOjGGvDrM9PI0JsnfajOvoXwon
KUDai7sghxldTEYF6W3WDtrSdXeL1S33naF1J2dyJPq0erBzfq4/LaBOTg2BOiC7KyGTZpzqpNOB
E6TKsnyfhsw+BKj1JX45OVSG88AaJXcoLXnnCrzev2Q7/JtyMFEZeN7L/VvYZlkWUTR6mOxQoplz
+UNrNi+NwVG9/X3fIqLLWgANQ04lCRZIQip9l0PNUjZpSUt9BMvaxjiMqFh8UGLsVt1obtLvcmOq
p0C1pB/TkhQvtDHVeydOogdRA/+nUgbpEelb+1MhB3tSe1uLT+sB+VHSMVEfu/xlYEgKLbWCnlJJ
ANunlTFcarB7LnGgaiMMIm3DjdtlD/F1veU4zJRWBdSOG2RtQNthbm3peH55jpPmtVsu9gxIvTXb
72AOFdNDZiE5aUM1/IgWtDKPqbZgRnX7q1y/E/wG5KYokHFbXjXIlrytLNhwgxeVQ31q5Wx4jsOu
+qrSuP5Mn+bdMh6iyMk/Bz0P3B0U/MulXqyoVO2YMu+YU3bC4Cj1owZnM5At5s6R2tjazAh8B6gv
dtsaodOjlmw1GX93xnPs1dEQgmexTaSaij2CzOZQiKPBuye3o0J/OSsp6Qqz1ikFyU70XNrCUSl3
lOLBVPtdO8LNsbimwAOhR0zocjmWOlhZWFSk1lRKlOZhMsbKOZcppvayU8xf3709YOYKRikgaPq1
q5MRRU4sDw6DVTUeCEGkPyfaEsR+NFq5r8xjukdBvn5rUNOjnEWQiU8nj8Hl7HgFYg0zYgqbADie
YTmC8K64CW5Pa+PAiw0v9AToagLOuBxFb1LJ6CbSiRlR4MmPbHQv3Cqq0/M8Wc7n2GzUQ1IF5V67
f3N2JpgG4hNi9qtif6iaM0bWXDSBZI+eE5fxCQyHvAez3NojXLGU7LjUwDuK3/FHYCv30HGoHFPg
0RpQtC0g3hzZDy+m9ObfXsrNocTfhqaniP9WQ6VVFiQjXSlPq+TQI0pS7vNh+J/eF/ZODXSjRohW
HV0SEm5OGgH75awk9CFEEZHLwm5rr9Hb8mdZLLaf1Xp6Vy6S+ah3+sdwGJX/kjhevuGMtEfG2/qA
BCmcCVQvuJ9Xs0UV2+gclPq8CBaVF5rLckSpO9lZ042HgRYfHQQL7TUaU6sjjiNaXjZZDoJzjhae
gTG4G4w5P2il3T91tdNi1tdRh0W1+1Rrzp7D0NYnBTlKaxgMOuXtVbynVY0WGQPNmn6Jk+MkpbWP
LgCtVXPqDu/fPQA3Ac2L2IMn6PKTttEk2XlRYkJdJIbX1nPiDwZ2f5Nev5tSyN9O9EEfCBo699nq
04UdnedaBvSH6nr7nzy01RcnSvK7CGjYzk7dWEB2B6Q3HVsX6Eqr6yWfO72Qloo+G1mIr+dRfZAm
a3TzsXXe/36jsmYSnKM+yp222iqjHAzIo1BNlBdegFjtBvS1hf6tTb0t9KoUE5nbn2yj8iVoP6iV
ILgGsHGNZ2hyIxtk8a4WCbZmbp4tpfGhl8ZROZTtVP/P7PS4AzzeFwa0v8R6rXNLgV7ZBtbLlGIb
cgjNQun/3flZG0cTsCoMPEfw4mlWXG6lZDJCybS5HbJiqo/SaKb1se9GXNm4NKpfpgGcxIOAGKlf
22g0n1IsmXovyaLiWU9wOHicjMiiOZjl8qdOm9JqJxzZONSiboIoPD0O4pHVqUIoZzLkOKF6Ahja
NykQeejC6wenTl/iGpdFninlPMx1TwFc03caLFtbUlV1LJuo/GpAbC9Xp7QMMnKTCVcR3rPg0KWH
OFT+k3tT2an0bo2kCaQLcCsoBc7qnCVOFko1SRp7D7v4sqTsCeom8oxlGnfuyY1nXCSLLKvg7gKI
uJyURrQVIfREMBnV80PVhDNhbGMDvYi18FSrM87bNVX02ztN/K2rPAb3HZ3HlQePnGEVE1kUVVsI
bgNqZPHojeqUfTeNstgBtGxsF0axBCaQixGCxuXcsCdSkkEH0KJgkOvnS6c+RG2q/eskiXWUOj06
Ilpl+rETqm4pt/rH25N8wwCuZ6k43CygMUQdbrVh4sHRM0j1g9cNOGCf1QBCjqfNQTBDtFOiwAtq
iDEHq68k/RBEZTe5uE60vxKYvfBte/lHXUT1qcSD6DgEQXQ3ovz6pZXS2DyE6ai3R22MVMmNs6il
PjRyjR7isjWr40w1DB6hkY3ZvWVIxSHTQqfcmd91NkoIITDuotxAOWVdbkhx++pMIiNszJyvcTWc
nMAUDVyRjjqSQ2cqxyRqnqEj5f/n7EyW5LaZLfxEjOBMcEvW1KOs1mhvGJIlcyYBEhyf/n7U3aiq
K7pCvx1e2RYKIIbMkyfPgYllbVcdevlf69x/32j07zz9/u0lf7Wbtx2FqtqvPn+CqYtXo/DGMqdk
CJSULt6DRg2qjEwlzIcU3OkQaEErNQHfLY2N7UOefehfw1ICI5oBXL+UBpUBPmQVD0ecLmFIbh72
B7eH6LomSwAhtOxvvB+v7odfBwcyCWNBk7g8tDWwlUTLHMBaBeFRqnE6VclQx1rY840w/9pQtKtt
AiKCmPuS/EFyW0BMp1ixWTfvtOd2JBPDgve0dYt1vd3el6sIFYC6HgngRgI9P65DY3t9Xo+0a4ku
aWnV0u63urSSLzRl9ju8MlFVLIr5eVhW90a0cXVo1E83igtUhMvSueNNbWG6Ex9w9TN0b203ErIY
j2Ke0sd5k66uVVdF/Sz/2I+IT0mDPf+A+jLvizuqNHpMTnoYxAWNc5Gu7BVtcH/aJ1V3S9r52i61
YYbSn4mCEL3n5+tbOp1XeOGicb3sqwggcdnNIRKctedVu3X07Rv1vavjAen6jEYQfllRA4nkI1MG
iE3TMPd1AbdduS5GOAKrTYp8t9r5r45HRsha0iPCfXQ+PyKuYp7WfLN4L6cXPahwR1dke9f5KQST
brnlBPK6Qs+3cwJYOTBzyGcuF9Q2WgUcXhMBadQ1DqaBKc0hM+hpip0h8N7VhV+LnRMGA+9OaKTv
WtPV019mNqysf5FNU9T0TiMiUQ4CC4SGVk3+pf2B/nvvjzOS7ccidv/L1Jd8+GJ1yD1nC50K6iY8
9/twFsVzkpM1k9hWX9++hV9nmYwFcYgEHXVvEs2Lk5xOeVOv0qByYpjGV86s/Fq6q3sKhsX6rruG
Dlir7qh6cQm8uIZYf1pmN4gb8dq1/UBSzW4AfkE05yLXTRb6EApk02OzStZdmeXLk6tt/4uZ5PlX
Kczq89vTvjYe/iywkzcPIVS0zvcf0o0VzWwd8PfgDO/mpNRo3a9jj+tNUpQ7nctbNIRXYRTrzIVF
s6AD4grUeT6iSktpBZ3ixuxb4yNtkNb7LEtuRFHXpoWyKRxPvuhWtD4fBL+WdZ0CqeMpXPz7XtUf
ih4KmlcaJADzaJ/eXsVrD87vw20/5zfcxbLgk5qi1THK/fUuy+0wzpB13fV94e/fHurqzAA8NraS
Q/XyIloQQz0GNQXo2BDd8ggmab5vCce/SuK5NjIWruDoz0cEDdgUKLgQocucT85MQj8hj9exEGo6
hUL3ERiFHzWp5+9taIU3jsDr1jl2COKKRH5wRshwL6ZIP5vnzQ5vajbOTrb3dO+8t8F0/ANV7u6D
MUldYJ2m5nyPKfOS74lw0iDyukZ/wrRuCSJ0J6wqzijAe3dcH3TMN7Y9ZlFbSd+JcrOy/iqyHiKU
V9nlXYHXmxuNTl38mFw8hKMR6Ur7xne7tkXAybjD0PPfxNjPV7Hnw/itxyqGwYptNHDuQTuleQwp
N99IVK5tETBboBwTlUXQiPOhAtHIoPEoaTVzuey7sfa+A5CV8eR7BirA9q0M99rUtsYeKtvcI2SA
5+Nl5urkVrIyng242RiDE2tkQo6um9zai9eGQngF8hwKePQ4XwxlpZUL6EiJN6iSHH3mST0Wy0Ij
TN/kN/LZK+EVoAK5JE3NkEovK+mjZ/iju2RDPGBw/jNBzb6NpLuMsW8a6h7uZb2fpNnuJm9Q6Y0j
d2Wa5OwQ4h2qJZy9izuy60WZt7IBM7BrGfnK06cSmmQUWFN5ePt0Xx1qYwnCC6cYdenxElhL56iG
YCPP0/9G3ToHWw4j5aipuDHS9m0uQmW6mHGtofKFLOYlvCjLjHZskwc2bYx2X2yd/64nb5kCXJuP
x70BjMpr9irN4P4N6cxmPtpDuzTKVDd9VdqeRnJNWX3/88XjGaNuC+sMctTFd1rC3vSwjBtiNO7y
2Bim/r7CH+EZcW/r09tDbX/Uq9XbuhO5Q+hHuGyTnrFM9IsKeMUKsYm07TY8Ous4HMpy8mL0py2g
6emPUcZNmhiIkXgERIJU6vxkI+HbrXJgULgtyePAM4Dw7WQfloQ+0xHi2Y3E7dokSdnIZdj7W15z
Pp6d0eQSIDMVD75W+8kdphfcwN0T2ylo6KPq2rsc/d0bidSV+3JT5+ZO4YHbipPno66z23sAcbw3
qgv2VTOJuxDhGSyeUdSDiDru3/6U17YolROKUDzfwIIXu6Ys8rRFVrqP22Ft9mUwmKfWmP6FyH2r
oHBlPenYpuCKixEY4GXD+1Zl0H1g9LxzsJqzRNpfSrdC/L01TVoFArMzsPzUtvvP2zO8cndu2rdb
/xCjU2o7X1Eu00R1W4w3d868E4XhRdZctU9t7a6beYATFa2XUcCp1Y387bXEC2qnpKXbMwTE88rR
oMMcJ+wGDE79TrcvJS3QCsRhnN7pEQQaFxQnDgqzPhSDbnf22un3fTghdo9+9L9yMbt9ahTt/4C1
cCXxs9AE2J6Ti/WQzuwMXkvCDP1l2huesu9Sx0miJtTLnZ965vHt9X/NytpWIeRvgiiaFC6jRKcT
GZgz2IBlANPHvdESIJV2nYuTMQ7ri7U0vXsYijC9B59trd1klGMRu3Lp/hvFSOzw9g+6suX5PZxq
1Gu3EGH7978HyCoXqW3ye7J5IHyUjYfzq/03UMX/EB9vmgGUyDdzWTgH5yM5sLnBWgoAA0QrsuOq
yC6jJXA0lE6vzp6L0Klu0d6vXCBUJQENaIwnPr4sXgdW7Uma5PqYRll1GAe8h5ZNe7nmoXpZK4TR
3l7Nq+Pxhm6FGJ7ty6ZHhDf9dBF2Hwdz6/+j9SxjbVQ2BY+UmsJc/7ESP7tpEzkEjkYc5BULV+hM
DZX2eiRe3CRyp96MHbCeo62N/2UoLvMQH5atc+HymTPWoMo8ZfV0JjmUQAuVP81L+MMNp/TlzxeR
8BjBeB45cO5tkX/bknayVlOHPToiA3528nqEG3Gj/mr4Pa5Smlzg7eGunQAuwq0nHWImPI7z4XJ0
G5eevCKeU2+I6K4JY7fNdeRPN+G5K4EWn2pjOBAAbQqV50MNXejRz5wBKAu3x+45t06ou3c3btpr
m3AjW8Logj3FC3M+ilxzPPEsKn52YzvvlIF9iQ2hLApka0ZUdZsb8fjVO434ES44HP+tN/V8wDD3
+qISnDKaWRruEEDBvNXh3uisfLeW03BYtDB2tLw1m8aKHw123R/TLnBv/JJrM99aspBso6gMb+/8
h2jR0S1h835boiljteJNbsugi2aqUjulUMd+e+tc+57YX3D0WGhczy6+Z06hV+c531NVqXUo08CL
uzD0/3p7lGsbdKOjYQqIJgVB3/mscnILS+hSxx3+53vgsB9SpOpFwvK4sX7XooOtGIqV6GZ5eMkr
BVbsJsch3vLRn45zzO3/TqaufQTuqAGf8vUhLBGTIXZIP7w9x6sryaHn6txYW5e1WH8uERfW4DTZ
WFtfmjaXcDnog3l7lO17XITqpMJbiw/5B1IbF/GkHmE5+RKIhm4C40TtP/87dxqJPOQ0752pRxEA
waeTWY9mbM1DfiP4uvohN67d/w9/qRPfySn365BJ1o70qXzP3l+IN3QxbW756e2ZXv2SPqUWQnWE
qn4J+Px2h1p2ZtiWwc7syB12rZWaR/YoWpWiILhJViem2tYdtFhv9eFcPYPMkTh6sxO+TFuNIh9W
5o83uJEWENQWc+dmphdnRHjxomjD/x9muo0Gn3C7vy8yk8JTW18W47V1Vj2HWZ0cl3Fr/RR1NZf7
pHeNl2Id9MtqifbG0/GLwnC5oQjkIGwC2EOD2r74b8vsaw1pQaTAi5RalrtJOaOFXt1afob5YNp3
ZKABgmu2kf01FUPm805X5b4aswQpCTyB/FgXygxpdIAMGSVl2LfRPM/mFPUqsI394vbmF1GMU4cv
++i4N9bu2ob0wSA33iIi4pdNPMZiO32BwWiMev+wJyK3smg2V4TNJLr4f9ytQrDy+2gXt+XSFlZT
2NueRH7rMFelSZk5r/P7fA3cW3jUtW1I+o/yBBaLWEtdPIITvLd+CkEbbK3WmCysPpnoo8aiWtpD
2MvsxiV97Wrhi9IZw+POY3ixE9K1LurFoGgLQdp4cNCINCPXXxaTbs5llLFCBW/aDdaQfS4qT/w7
Ly49rW8fhWuXKC12G/oMZZ4u+/PdWOZZZvhlBzBWZebDKjvvg+/Xt/pXXxMR+I6kcRuBl2Yset7P
h7H5ekXSC5oe2mwtjzn+pz/SbkIF32DnI/vrJx/rBp8ktJerepdbVfYzSITKKRZhdAlCmFJGmea5
fjIaJ9E79HPHJZoMZx0i0dXrP3KQuo6FU8sgKnojQVXM9+Yssg2rls95b1t0kleqqXaT0OqPmTns
DWqoYB1AR+ikXwSEgZJlV2+dkfNQ++9GkUhadc3yoLV54729cv541rc+MYq2tDxtH/S360OtCr8d
CapSKs+NELTwToRYSWQXsKLf3huvBQo2pifun3wzMLFXzdSoiRLICDL/MCmKJg6kpHt3RR7ln7yw
jfcUV4sgSgvkV+/oFxq8D1q2PnvYS6c6yj0fU4N1KawnAQjWRYUph/yx67vpfb+wlAeZ4gh9Ize9
ApJsEQEk563sRp/C+fKssIKXvgDodeEMHPLFk3th2E3sr3b/Y2kzmUeybn3vxq14LZ5FGQE0b6vh
b/SP83FlUPkqz0i1O6dyn41+8nbUN7I6aoFFaBNGFJrO/mksY1HSEj8uRhj5nWj3HPFb5iBXtgjJ
pA1UA/C22UOf/xb47XoN1lDFyEI43/NstPeWEvBd+3Epb72lVxac7nAIe7zdNC5eUoyEAeRgiZG3
NFHNoyi1E4/9mB5I+ZC5rOz6H7zMhxtf+coMGRSMm/uECPCysIrFE9ou3QqFdlLIkw+DfecOpom9
t/4fSj2bgzJIAM814P32aPx+3lB3s3vR9XHvjvVeSEqoYzXbe7RRb+Eq15ZyO9VQkiGgvCK3rkLM
Xl2R5Y02ghDwXqq4p2np6EsowhKtwYfAzW7FXteWcltCsgXyZ1oaz+e3TsJPbUzJ0IFUVuwWhT64
OoALkPf6RoB5dSgCPP7iNXjVD1pNZu6NedPHWW1nxzRsnKMO5bRrhuYWve8aAYCqKv0ptMPQiHBJ
M89zs6XyD/TQ5Jy0kjbhmPpPtp/tBRObCl1Jb2gxmM7lvAtDKuTmVPY3UodfkpYXoR6oB/S7X2Jl
8EXP19YNpClHRFjjTW9dHVo+60eAivTT2skAgf9ScE/K0qjSk+hHehtnU0oZ1VpXghsrSB8Ca6bW
B9Tn301NR1jeofX16e1r/krYgyM5geivWj4o6/mvHDPVIgtid7FASZl6TrbuncH51HdWdZ+EXnoD
oL+yC+iSw9AEZI+Y4JJa2poLpBUf/Al2ToWjd9LSZZmkj1Ku5q0HbFvgiw+wtcUhBLK1gWMpfz41
gr0xcWZQBqnmxN87SzDsKHI7CH2NqjnNDXbskZUkGFo7i3Es8EOuI9/wjMMfLzFtc1uMQNcDphsX
G0GC3wT5DLxijguGxDjc7zI7X/ZeOHQPbaPSz2+Pd3WN4cttLTgmZYmLS0uaJAjzSlLuhIMPpQwL
QGAOfT8CCfxxPEIuEzrcWyg2cH9cBM3tvFi29h1MjNIqPGEqgs+XlZmHWulbBsevZ7UNxSCbviBY
zcVG7TGHx7rZ7+LBbOaDR3dwZI7JcKiSm71gr88EUDskEKqOvKRQ1c43zqKC0k3adMMTV5TM3TG7
owie7VffVhFlAXX39gf7BYWe71QWcBMRJWjaijzb3H97ZhBfDVoqZMwNMN+Jm1F47WE0SMWjkTPy
rmhc6NfY25YEMJ52H9rSDfEOcEXaIzE/kTo4Ew4aURI0dblHKcq5L+pk/FGI2j4kSa7LXTfP1iNr
h5OhRI/5rxQFj2z/9kSuXLyglDxe8Kop7ZNfn08kaY3FN0uji0vXnX4C4Nd3LTp3d01Nz1kUGFrv
y9kIjwob37tQJOYX4PYuvXHyr32/zVVk63Vmq1x2j+doOpUqK7lkDN/eG2lgHMx+8I5jYtv42d80
XLgS/yEzAa4HqZGGH4Ku82mHXeY4xnar4SPuPTXzBJrg6MI4yQqzyqo4ZL47PZbcfLFO52Cn2beW
d1P+6HUIwc9AeM+Gbs7cL/sn3AX31EHzxDqpO2EuEwzHucpGxKp7IneQx1PpFrdg/iuLTbQJFRsA
kLrJpSyMJDGaq97r4rATdP0E7fKYOHn/PIVlOdD6PaIu/PYuew1VIdYIv5IWWo7Mq6BlCsymTTbn
NFUZcAGUucTVZCNrrqh75Ybh4VM3mbtgtNXHt0feYueLc7pp02BqQu3EIiw8/87AgbOcJADcks1u
LJu2eBLrbSGGq8PQU8XfpBWIwpwPo4a+XJM57GLTVchKJP7S3ol+WSKd2GUfaYTRsr2BtOE+XYBd
i9woPk51bu3MsMzeazFW7aFLsuywZo64cVdd+9z0425wOaRTyjvnv83o0am0c87WWrT2R8el/aWb
gvIQpLBcdlYCxrd7e9Gv7epN4YnmEBSX8FY8H1ElvglKxoiGqZt9nblunGkRvNNhif6cwfPtgY7d
GPTaNH8f9CKl91S71r6ZUW4fSp/iRKF2oUHk4PqJ/W5M5j9Wh2NFtzCMUudmPnqZ2JvmVExpibOE
v4TLHeSyLlJJZ+wxKVqjIZinPaCle8T6+ZYD+KuZUoeg/QYUCCyU2PxipjIPFp8CP70wRh70J9ft
UkQwNgsMxP0qszw265zesm/ZdvDZQSIvJSAiiaNLEvrXBa6erFlRLVTP4oHu6vpoD07/6HWJ9dD4
VnJLFe7VcdoGowVmU/cAe/0VqP/2ui59qaXdtmTA6Wq/q4fZPoSqCT6+vU1f3UqMQjM8Aj4bgv66
tGPSwURAB8FmGrP3uaRAANVSgmAHa0QcQYMkCOaub5dbLcmviRIMzT0IgkeK6iFGd35CNiHJtjWA
yJZOWN8Gu81+EtX6C0KoUAMIxZzNcNrJf2DdvX5G8ygNo3SW4XNSdN6ylxVmmVDBk+7l7SV5dXK3
38WLALgIbYm1P/9dgait2dBoWnWFDp1YycQ6BNOY79KRmK3rpQcUYuGS8PawV7432sjUMukhIA28
jKaCjfkcblRzv07KL00jMgus0L1Jf74yPXCPregMcgpJbTtZv+0rok/VsRkYZzaLY+VmoowsMedO
PKlFfAI3JqkzjGH8/vb8ruy0rSJs03+DnxkthefjlggO0qbCuGtKkbbpO30QeetGbWat+3C1Qryu
hBuBSd6imL9eWUR7SdtAKbYI/LJQrGYoULw9KN0WwfBkJcbyQeW6v4HvvL6RCB6J9OHXEFC8ioaH
rFiYONl7X6RhXPSje8Id79u66vGUzeC8by/n688IW4zNAokLnWvY+ufLiUNoODgu5fycPuYqxlin
P5S2Tk+F4yUviTfZ951RyD9NhDeOGmjILytA9unFO1rLkczUg8+1osd2SNt63rW1k8d5Ocsb5+H1
ZctQ3EgbZ4k8+JLaqN3RK3IBj2ZA5vt71s7Jj7morHcF8O+X/2Ett+6LXxAksdL5WhpWNrHUFCw9
RLSDT7WdptneT3OSlcYspwDiX5Uf8eNpblkaXp0kAehWS0F9/rKqtxiO6oB/OYymSo7Sd8sHUdfB
0QGcvbFhXp8/EkP4fpx5GIYE/OeTRDXNMwwbYIeufnGULk1/x7Bbx6PjKPEzSM1WRMviBU9uk/k3
KsKvMyz2DU1q20Y1KQFckqKIRPC4NzhzadfZZVQLU5fUjQaFwn8q1y+560/1IV3H7qMnmvW/ELIK
AsLVMFsf3v7WVy4DQNENNiR22K7a82Uwkqyc5oQ6aln3NbY4NJbGVtUI58ZyXxsHPRHa/7Ys45Ut
e2rBJIWXzZ5y6+4htQ11WOz8lvTztUvn91G2X/HbZQ6CX4wS3RyIWENJxy4Ot6JPoIO3WuoDGt/j
z7eX73UT/sZ8h7nwC1imquOcj9gCABoNopoxJWj7Ix6YbrZLKjt4biiy/z1yB98D2FhI5orJuUN2
RD9WoZO/1ElT3weZQxPd27/o6hKgdoBzA6kNN+LFD0LIIS83MkdbVv1n32ir+6UMrL+VqIOdwDL6
FuR97cwSA21QFfwmlEfOB/QGXXd6BRhLSiM/TVSzd4lcyv0mq3Qjbbk61AY6QlLhdnpVGdLBOvkC
ipiiL+ywBk11B9FA7wpr8k5vL+O164FiJ22H4GJg0Bfnwq+NodCp6AGqgirYeaIYfuosGTSq0u4m
F4tbstnl5oFmi+L49thXpvmrk5M7giQNzu75iq5bB0WDxkc8olb5NCzKfJ9OAZ2jNM4c3h4Kbd0r
JxPcilCA4JP07BLYdHs8MVQHZz7Asql7MOZSYJSsqNniBOO0L11mMM3Uz+z12FnD8JEW+BkUW3SG
jtwsKPODBZX2g1H6xrdlmZMPbZckfoQ2QW3tFjNR064Xygoj3DSX5bhYXjru8irIzaMcPPlDdY4r
D1036H/9ppnnqFs7P4v6Me/fLybNaXHuS/eHUHP5w9Jz0Z7wAnKrSPVy/gtbmaGNQNK2IL1wqn+J
6a3Pjeg6nxqBFF+nPhj747K2xdfNR7eFbez2Pp2rSfmSuw5xa2fjS4XNfJ8VEe3C5lNfjKE8AbnS
VEXICQujMNfuxzh2fvVc+QBRsEnJzolacfYKMblOdnOVd/4RX07UUxycag9ZuIr8lIRJSG4vmmDc
oW3ZZPHSLn21p47SrDujtfL5gEBIdQplNQGrSUM4UV0vKn3fjWn7Fbps+q3pmuErXpxeC1mjlj1t
n6jv7dxx9Z6wosU+k27f8RlsyDJ2RjIMc2yE9mw9JEUt3YhLovi38XRmPIkgs17gkynMt/Ig+WB1
kkBzQGIJRcqsgnzem01QvIyYwBR7MULniyqvWb7QBpDlkW3rYeE/UcXndV5Hh4wIZVYP3RGQsjHr
n5rVwN1jtRp+0+BZybx1V+U/wyZIsU6jdz+N3bmc+3dS0w6IAhgKWocU4SywRiO3nw28X/J7FN6a
5zwIEmaaheV96hm1d6gF2z/mgXK/tmORfZtohP0KATHExRxlf5N6QLEcax5UZ59bHrWBai5QkUvc
lCy4agrqBA12hE+u6S7TPm0DhThkbs1NlGYdHquQapf6qKWDW1eTJl/GerU8qAaI4+y6ySrcQzC0
YUVjTiPLJ2QJLEgP9ZjdK8uEuMYsrEOqvcy9N9wZiBuCkFtGvVNnMhIjMiwnbwxMY6eH3sZXFSzo
3sgS8ROJJFyuZAZaxILqcLqjraTAFCc1g2/uFCrv4Ce0/0QVrkkisi2ksV+GuSmXYx5Ws7hrFs8q
dqhVtt7RSRL+MMOYl/vJzT0DwYiifS9s1b7DE1nqqDK7/rFIMudlmnITffWhnv7xfUr9sT3BBD7i
xlWVEPK0791bIkkcqEmkmFjTQ+M/rL1YLUx6vB4WWy6YZhWMc3Vn+sipPhBrN04U4CDy4hmpgV6k
mer2UC2dQuxkUMm/gx8s5clVif63Tezmy+xh1QDbfXIBxvAbbg9Lulj/ZYVfPC7mnHMV+ZkaI3cO
Ovrpg9QNokZ14Yc+Ndiu7aLA0ljj8jSzF2m49IfqfZJKJK1nUoL7GcXg4IhjMJlk09rNf31BfQM6
+KjRH8BwtoyMQfV3QVA5XtQReDeHCjgKvCar6uE0VUGyC6Hnu/syE4l9BzehLbdDMf4LTOwM0QRe
9xJirSF2Y1dPd6knpk/daMC6Xdwy+duf2Sq7BifX7m5M5+wn6fbyt+cqX+3G2pl4KRdvRtKfL23u
pAiNOq7EEL5of5yavZ1mZXpnZOs0I4lpoGNkN1Kle0dMprVzvMFcI/gYrnkqHYrce92ViYralrbo
eFqQ3t53VmPgxLmaK+7BiUzFrjfbxoy6Jitgx5vtUDxn2YDWe58Py7hbyqYeT3lSzMlD2LRTd5+b
dPtHWYAvYpzqeRzvWmFUuEPpHkRvmVGsOBnLLFUUZKYx/5Pl6Vx9JMN1f1hiyjAZkVnXPsFgsIHS
y7Xt1vc9P2faC2cBEEN3fq4fLeUE8xEX81Q8sPgI1PsLzHMjDlVV6HeLmJ38IVmNMdkrhOLaH74z
+vXXNKsa7sRlUUaKD7Yv0Hw4+l4XBt/9PO3F99RatJ0Du47dgpon8rjBF7v0kNaMJm8djA/K9Yrw
50K4KHeiXJrOOJpZMltG5C0JBdBotuyeLitDilIu9Nl202LGrVn65REJ/T77hkSyWUXaWcX6w7DG
UXkYm/hSnZLUQ6f7IREhd1Zs5aE2P+p5sObP0BITpMOs1pqe0U3M9Y9ysDP7i+EWffVg8Ko4MVqM
afJf5+AoPxyk2Bg8R/KjpXgPc9aenuY5W1xFXhBCtI762jLaYteBOLY/83C1mwY9dN0OH1A6z9uH
cp5UQGlPrPh3d7VOv6La5pmS7WMO6XMxKeli7pfO7WMKYg/BZqi93vkobPRuAeLdYYREOjmyeDEq
vy/TfWuXTsF7pXQiJLoM0E8/sG6ms4OOZPfvBPXL1IjWHnVL5GpWN3WXmPTSa8cvlUPj074wG7HI
eAaQnvNoScWUnLRf6uxZ1+Eof9b5uqlETg5b/9lV0+IdLM4GRBwT/VsUb0wQm+InJZM+7XajgyX3
XUYGne7sxK+fR3vW+tRhr9dSqndH+SBaFGbTKKzR63FiX8k2eYcUoERi0ArWxRVRI6cQKZ8icwfq
dG5b6Sd3XWT4lFVBkEZLPfQJxB9nQTAqwq009D/Wfc5HgZtmTGUZ6Tkc5HEuw2I+lfXg2qdWeL17
V7azR4e42YbFQfrQ4yK32oLZ1nCqJl7rYTBTjAbCNPshgnVMnyUcRztavRoFulSNixuZw4BqVG9k
1BdtZ1ne9ZsMx25NKgJTWTkt5lD2JHGxQKG2Pgxz67ixmlC8UpiY6jzcYSdYUx8vc8ukw7rB36PB
2Wl7Jdck22E9hpi8Zw3VOxjgiDSvg1V8zjTM77gdtWccHRiN78LGT53Ibo1w2I2jrb+Yq6XHqKIX
EK8OM53uqNEhJ910wUzNKsd5ZpeXvvNuqeb+K9X8aY0H17C6iFwome8bGfrLjpaWAZ5Hrux8j+YF
0kZ+oCv4Z4nNf29OVfq99pBYiWU4ps1p8dbqEavRutg5s2wftGGZ2VNCD8CyX8ckezdy77FwUGo/
eRu1LotWu/QFDxb1v1g3qqIaEfD/xnUxEBwERQDLbMzAVOOiQ5APASBsKKLG7HvzH1n2NeU4HXYy
IlQUKgqTQDoHnPTG8CgQwPCiqW+k2AW65WbupEKHWllDj/GAOSz6o6z1pI55Xq/Td0JH242o8FXF
z8yYChgjWCVMx6SnHWx+TqfMKQ9ruk6rEU1hM6mvoqm0GRxW7LNttN4Sr9ur3p+qvbLS0PhujZ35
t+zo37cRvVfLnTl1k4h8+Necq7zIg72JU70RLbTz1NR9hK0fmt4rTmbi5c39iG+biCzU0Yb3ljmZ
JvG3t8hdaibNuvfJ6LqHRc/LfJxnZWsC22Co2eqFdnf45GGga9Uh4KxfzytNNNY4IZbsifUOf6ds
3YVt41n7Me+IyyKy6S595jK2ymd78rPyfa4bq3m3tOgD7Qun7Vr6p8T8AcG+pDrB1AvuclVlMpZJ
LtejmwOyPYZ8x6NbrR57wyXq3SMmOpfvW39xnH0mlbjvC2P9GUhojrPa4tKmypvn0qu7LxXWXH0U
KJMQRc0UHCDqTrUfCSeHjBqsTvWdU6O/e/RgmJGtVuk/ylXLYd+atf+fL4a03zv+pOp7p2yD/8bR
7bNdyuX52HZIvO1Sv4S2XRPg1rHltVW+m1VYf5i4Jl7cXmkaHKEO8k7XeZM841fgdFE/lCi9oAFs
ZzvUTeyXWeZFGxEet3+tNa/bXZ/ZvLSyKdbknne4Q8kwa4hidZdu6mPBwo8QXqbmpxCDsadSbiJS
XWeMZcSVqto4M1SD+UVe9/8IWZfvucvFSpG7qT/PZQmox0nIPiTS4w8dfFoy4xlGL5HZaCzdfipy
JMLGFJvBva8Xhu9RTD7RcjAFEaVleu3KMmyaXdcbpGNos4Vxr7yKVug5Md9neeEVhFUWnnVa9O1D
Oo9m/QV4rv+WJKqFdThasrvnTAZHY4B69LefVWlGvbsuigjvkOTzOBajiiDZrf0uTKvOjAjw8n+0
r/TBUGEjI3uE8f5x9UW9PvauNPIYFFjr+2oe5PfRCVd+ME2DkF6dTEwn7XIL1EUbDgcVdGN17+fB
eld2fK2XNhHZozVyM+6Xzl6te45m0tyBdrR15Co8RR6nYVX9UbiUEA6larB6MMLcVwQOenT2OsDp
/mtvT2Xz1ZpMv4mQYmuKz1Nt+GFsrK1bRGXRKCRKGidMoDgp/S01KvgdZD5F7sb1NMggnkPiO/Br
mwAXMQl7PYxFNYn7rHPKMq5lZnZfEdVcRJQGefLV5m5Fc6NKx09uobO/zXKdvojVVZ/VEjTPSy3X
b5S3iupOcHXMUT6yk3d27Y31MWmz5lOQ6QQINGfxGvR+9DdjCJwpcjoo3pOvxGeV+eF4SnUffheJ
Xvujlyaj+xJ2xf9xdGbLcepaGH4iqgAx3tLQg+fZ8b6h4jgBhAAxC57+fH1u904ldjdIa/2j52f9
5np/cssxQRrL1o8uHOMcqX7FpDrstXLu/LDr7sqAoSrhoohQufbaflkaFvYz8TeOeCjXYRrPK/Xn
HDJh3rX3atzn+rx6WjrvzT7r4al2mHfv9FKZk2yM1AgGFuuGb9L88fZ+0SfP6tb2qWEwFXfe7M3/
SqSZQzooLMGJF12zyOqoG7vD3Ek68CYf4ct9WSlM5w5xic5j7kZWTcKcH/3YtonfFL1y0wUwo3KT
VarWvp8pjrqsVR3lqW950XJaRpEzik2+OjWiXYtz1dnVk7U0q7kNWndaz2Pk5McSSGa6a1fpX4LF
6fxDsbq7fdvw6VA3fk3bI/reaS+Qr4G8FK0Qb6LoFcOFmGoU9UMkPh17p1Bt6gBuE2sCSby6fhQY
wSjcmn8dIWqCK5uloqPQ9Ne85r2kmIZnVGo7d7PedfQLulHRHrgzrdt+6AeZrqGgNMHr+YcT4jyG
v25j5Uxt+VR56KFVNTPaTt6Xb0zdXNxBk1WUB4O4weIhw8PC7iuezDhHx8ENo/zk742rkmHY5ZQt
lCyuydLwMKWcoBxuzH/mj+OVVZt2/WLZSVRE1d9ODluRzUFgbqqVHDeTKKcQYMdUtpo71eXdkHjz
BFQkqsrnQulk2x3tDUnFiSVvInkysvZy7RKnpXGI+p2oe3B9qzZnelNA0mzi3jlMsGUN125ldevu
0r/dZBPaiQ1W7TzLbuz3I6CX6x8XqPVPYWJ3O/SS2M6jDVJQ3LiynfYU7S1BJLlbyb9tTiR+QmCg
5Zx4rV3ntDCjNGfjkQR78Yp9q27lZq6NNfixvERNhCWzA1pldIj4jvpzL8rwNG8CAyWnjoO1guQk
/1jkc9kfUPE7+z3hmsuUtXHnzh+TxZyY7fw4GTMr/vUCDUV3WLSoS/A3Fh3e0bjwCTOzwU5G/uk+
qawwfC2cvA2TqiyaMim6GaQlKoseu1Hd5tbBJQb/sbLosE9q7NrDo1du4bm2lRxScCvniUNc/ULk
UHqJa7z2u7S85iaaXUS4VlPZ9UWvzImENfprkMp6914knqn/+GmvbRI1/fQnCUbxRQSIeGt4+5aT
cvteZeTi+J9tvFV9IsQ63E8el9O/dbK9dwKunTFDiS8f5mKJdjaSAOwHCG37D6OPR2PoYtzysErX
ru6sgQ8rKZduvehOjB3RmK7zPMvats7lQAXbnQ8bMKckPAe3Le6TOu3aKtZH9GziJWqsIUZ37Moh
CQIrH1j6/v/d7mts/YDSaf26R44eH0OPZsusn71izTxvjFQ6D8746nNI/N0XJtUDoWKNfxFqXN7t
gZTzTKN8j7OI68bh9I+WO4M3kSef9+RUm1hZ711bz9+7G65dOqlS9EfHW9XVruXtj1OvR3VZcDpO
Cfen+Ggcfy/SqJnL/Cw2L3/e3c7wOtkWM/Jq2X3aLSUhSqSE4tIpxxJXgZhMYZJ5n3rB11rwtc35
Hj6iaAY75PGZ3ET1CFnSDXnleV0Iq0lcjVw+M61tD6lXY1phGptb0hvqbvu9ILjVB5mrtU6qsKuA
DZupfCGYPq8J4WKAPpNADI5T+2P9PGlMbUfQ2uFt8GukZYgRp+GAjwl+syqH6IfdxlxCi/0xAUvQ
p6ZywR7iSXXz9xS7/XjsRlvo29YvBuv3Tmfgv3iopvwwqtK7ywelfyKA4TqT2+q9z3NeXXY3L1TG
yOBXib+W9MxGQIj/RA14lpXzQPj10I8r6RRtDhuf8O3X88vQuWY/ThiYlnTnpLh4DNMqw1novcV5
ZyDsSmv8iEVrXkzA1aM2cKJDXwzOW7eVi3fTGK2ezbbm9kvAUDAfLXuF3NzwCgwnGM/xUeFOUAlH
a/to7SyPmdcP7SWCBHQPZmeGvPdNs59WQgDZE3ZHNZlbyunTRfs8XohnVQ9ajXmbhIU/LSfHGtU5
Mp1b3TRXAQlLjt90gF2qY3TijsAZna/NzwaYvgE5D417WCbBOL/mK3arJtinPN3cyHxGlLWqpI5C
8WQFVck+aCL7vqeGcspCNza/mU2VPNgTq1saMuOrA5FG5peOc/+JZEPZnIo69N6HyAOsW4JA7nQ/
bDEwcBfJ3/NSXb9qd/ezwDLt15X2KA96b6WHW3Den1uvYYUjw4Lo3d3OyyUZ96J/wuJKa2mzhjMv
gm7CY7R6+fqwBH1cIKXYp2yXczA+zJHFxFREfX3PWLNV6VhV7pKaMFidJAY6f+sKysw+6r5u+Jio
RRpfbRawL4Jfo/2gBe3LD3qr5juPQBiftwFzueTI055Iavoy/qkOmu20bYN+wDEW7LAB1Go8iirg
gQNs1ol05XWYLta+OxXtOGaMcsjtXNFQfOuS3P06oShrb/2iys8jN8prt7fuXede68vcaO5QCDdx
vj9bceliyaHWKTHgmQQP2ZZ274vZ8r8BB319YY/37/e+C4rzuvfYLHF/if+QydffOScWKDYet7vN
UVWXMHCNH0pUyoLDsdb7YO0sXn2KOUga3npPHLwmqsY0ygtb4qxoeD95VeM1Cy1+F4BXE95tURF6
mUPYOOJmepMfHd8Hn9jiWfXoFMbITkCcPCtxy2h/04PPZNFvGzqC3BLwMaO15oTbe7tzKBytiwTU
g5eHTQsMlJmT0N9QUMfC+ACRcfHlpm0w1N2VZ0Dq5ZU72nLSekOumgXlvlR3gTNy7xjmtv4BhHKT
d0sXs/6QO+zqS+MUpUh96W6Pudyb/2QfYpVZfGpURUQV4oM3Sj42sukq61DrSe33phHN5+IzgX2o
Jph+q6Xy/RclxEip4OTPzl1EI+zNZrxqyVaaYnijclF5YKlt8KPquHASSLOuvC+1vd5P4wiPMg7x
/MstqlCCQBKmRwv8HiYDBpNbHQDXpk1Tmocul8v8OixTFWUESAxt4olCw9xQR3NTmLpU7/EWu/P1
aw3I61/X7kuEfVNeFjZhKxMk+L/1xiw8sdT7xN9iAIyjX8kuPtZVRZ+YUfmhq4bcwIRMQZOnc2fm
Lg2MyPW5b0xoblVUt88bD+h2I7TO3yN67ry3tmvC/lBCQZuvQMvhhtRBBDC7LRrr0AyuAZ9bhphu
Sc78iXmJX4UTRRHFj3PEis85MLF1bkdLWPeqQoNwf4USfwdSBIaIiICxZNGju6dbaw9rui7+smWW
JcV/Yp5GK3GsuB2T3Cx9dexX2LR098TwAaQTW+ep3oZvp4XOeNCiGX6CyZaPk1oEzj2kre5hcjeM
nbVjVn0Iq7h/hojHqRUWZXzZSA5z32q/gkxyBJFaKfEWYfxpYNHqM4iyWe6iKhhfVQNr9j168ywP
2pk6Dvqg2VLFFrCx/7GAJ8tuAv/WjXmfzsVC5fddtWtfAztiLLxsJHSrt7EshyphiOlLCJ4dOHVk
wYsPdbmIik8x3ACzg/ph9VevfY7XqftHe7hHKxYCL07TprCG8wRPqM+0lfILce+PfDTIyPwz8pNw
O3SDX503K/e6NCbd6koh5fktlI/PPlC18T0ROkGF3iyWRCHEff9PeGwcqWhHWl+DfQ72qwule8aI
Yx57qQZz0AQe5tygmtaLAIoK9JtDdU6LqHPPV+UX+f86nKsnKFfyyiDN8z82GzshHU1owe5OwbAf
osAZHiqqOoekdKr9N/QvFCHFoX6ekEbKpIKelJn1GkB52wVLJ86jruVnEMWcHI3ciz9j0+VNxs7N
H14R9hKEizdvT/QMen6UTZT/7EEz/PWqnmF7rZ2KOb31nz3SHvuHntCU+ThqYWWMk1Z57Ku+nZ79
ZdVnh/luB31UfpeUJRvTEezd1yd+l9AF+mq2V7GglH7p2b/702JW6yNW00bY0NLHzoks715fajLi
x6S2S/MUwbrIbHL3DqV1lW8rWSU7Kwto0mRTcOZwDu7j6Gy/xGZ6yMS4NSynkcIMYKgWN4c9NPbL
XJrw99yXjjzs/38+WkwgKjUIq+HA99WpySd341/2sJcOTMao/rROThx0Z3VYO8vGDk5LNMoq5a+U
r0Vv9c5r3FI0kqzuqMZjPPRiJEwo3EB4ZgGNUNPDFhyhyzwJzG9jjFiRae2J3+W6vYF+IhWRLjEz
HCNdeXZaF12x3efEbj7uYkOKw+Fk/2vHUN0pxN7zSdmS9rg6MEEmOVKuUGTTKzQrvOZljNnqoIfV
lWSTCSAsPU/RXe1H2roI7XQyoxKo1fesnsWcsO+zyIsmqFPYPKNv4jqCfnZZTeGqI3fpsoVLAAC5
sADmyJX7PQhRw/pG7aSzsnV7NpXZ1U3SLtp8kbowcu8ZoU7IPoud47XxqnNcFXK88eA3+Ryc6wOr
tCnSoGD0uviob6uDCFfwsbHLSSwCRyGFgEyx1iNbzQ06MjHK2CR1V8b0qXFBoSQROy+91eL8yVQ/
64e+ruAj0ZaUUcJior+Yn+WWsKirIHFCRrK0RY/60lZ03d7KNWQLskafPgciuMURE04zpHsbrvLO
93vdZHGRRwAovilu49iqtzuLEsi7blxxRA2TC4XnmRIH/1j0c3fmmrLfO7ex//ruRkVFeVWoguR0
DU3gyql53qzc1If/52tlYyHGY77UbftlWsUQv9S+/TBORYP+3bTYbT13cMBXrW0ckgjf9paE1Mlc
SAqBWfBWX3kJms3yta485RynOYfLYryZb6Gy1/I0Oh603e4U/OliRIdzMYh4LcT13qSTnQToAYZz
W14KyKjxoJpi5j/kC1y82IlC3JpQVkdm5pVsXJuuu4Q9a73EW+2HB2i2ur9mduwvS42oPy1wBEVn
VeLAuFRkQn308JM36z5t3aGDqy8YmeZVHTfdWlaiWCaupRaOfm/AVT7afduJUFuvEoUlCtSU5tVI
BBEuctnfWBDUrz1jk/fONjjqJ0+YPvwL7l4iEwgryJsGQMikai0dMB60iEy9xdp91/Mwany2I541
/Cz5JW8kyXHjVnvVRThm3FJ0nJzVsOb59i+wdv7gwhL0ilJDMa+LcRcJ4h+b1aiP42MVlX7Iedps
7lkpXb/Koq/+K2Z4ZLJaugLBghMvO87OVv6F03AgGHa4uIrj3ETjcdv15KZgBQghmMeRLcJVBeR6
xlN8224DxXghJSAopBofTdHSaf3NpsAosEeh+tPBmy2JqUChMqdxlv12q2uRbfS7Lxhd3D71Eb3r
C7vGPGaqwFmQ0kUY3LjeVX2wlJzlB+QXGzecXxqYcu239kF13j48dhvhEGBj9MwlneZo6xWag/My
d5zX0RC0T6h5eu/Zdvme/gv0rvbzzFkeJaO9lMGrjLQb4jSTUNiGtJbyAd6Dsw5mGRDOHT03xupL
0FpSAHPxtgaqBWZpnBXkTYkPmCOu/maSxfARrBz7n8qrFCvo9c7nfhfbYY6n8Q2pf15n10isMuVj
1p/9OofzfdXarryAssD6N///VXY7Uh5fMLPOc1EJxAZG7/Jz01vZJ3Vj8NzFupBk7laVFJiwd30x
hpHnKrWuo4Pb50S7jASv/PKAMniyEIc0B0PtR3t0Go+rKuR//u5X319B1SP7LehM9WNvpSwSRCf2
dzeGQXmbDz09c5B3wXR0Nq3f1mFr/kZaDXtGqpNc7/TczDG9ZlFPTqgoieXdZ5KBbxxnLP411hiV
B7KjCXLEzGi/sAOhP5/Auws+e5asxY1QYknfmbi/R470Q0vRyZoRCVf8mZFGvU0o6Vd+AekEaeT1
wJCD51luOsRtsf6nw7F7pao+RqS0j4U60k/toisoqyBtOuLpSRHpe0KJbGdAP7D38UR5nreX1d2o
QtcksiZrKxXFCHjfA03e7QgBUBZtxv/Xhwsxv0Sv9+/0uA2EkwzR9toE2nES7h4Bc10Tp3i3a47E
NNyngJJS4OH8vh9GIP6xN1aYaRIt1//mpbW9wyKH2b6Hfnf6zGuJbstcK1eP0di6BqRKcYvl47wv
z8FqBUE6DNva30hjMTIM9eDdB7mYt4yoq6lMdyNjO+N403ZSRj5dND10TdZFetjTqUTidsVnt7s2
Gp3guGyL42GF6vWWtZYMAni+TX1YC/JAIIKZz7xeUQA+51UYc2DPOrjNmRNec+Eh+BIxstUFnAbD
Sd4H6zGOh/CRMaT7gvASw0M01vI82a5Zz13PX004hqofHK9byDDrtX602jr8F+yKKQHCNWqP8PDe
48Do+wVZ0PkJ/hgENgSBExTaaxNGiV8igLjkHgiTVRBp/bcW5b4lEnUI7OiqTZ0yZSJ9GXcoEN2M
XpX1fbvYJMaS5uXbhYwgPGxWpgTdDTOorZF+ZxTdcl/TpDMxiSrImqz1mwIFGHT+S4/ZyD9Mqxh/
8o1j7FZOyDPS3FHOkurrJskqK2cG67yoHufRNMNbVaP3u7No4Hu7ikr3JPK2/RyAKo9frLPjN1Rt
Ix4mlZsmRTWT+5nF5Hq3d/CoB2e19rtqNMZL0EPEflKC7893BEMNr6Xv0yXGk8wRtE0+xx+VvPqh
2wOqStFfbCpZ1q35L2hmv77hPvO/13yuHjYCdN7isQ9IG9981O7IJep38v2X/ODZIK4omezoCYzf
m+7LgIsn0UMZk9U3B8vPXnlA8iT0FPtZuWV9v9myQiUFlw+wMYzIIaJeRTcM6aJMSwcGJN2Conlb
FwqxjyiiB/tRlgsnD7vk8NNuRj42Q27xSLac9ocpV/XRmWhkgUAEif3c2mYak8Wiyxk9fL49dOu+
Dn/8bjePsyuW6MRwnzvZlE9LjIbRiv/bde2zEJL3D6qEqsj5Ewq0glm9iO507crAn9aIktFvjePy
wFG0jrdSFGaCPSDm7rAElXjUlj//5tpdNzpjRGcyd3K6z0LuNfqjkXzPcxvbprjR9TzCePZN/ODo
OfAOWx5BLRMEptxzEU/tO7t3AyVtquKRQ6AP0xKN77feQvkllgIw/gqOfXpNX77JvBPhoQAz4ncm
u4eHsa6jYx7RM5GFu128K7vsSIuckByhHlJ5gUiu40AtzNi/QH3ESb5SHIySdBSATyOqVsaHqPyl
5kqNWR3F+i2vcg4FFAP+E+JYhFwOv99zM/qxz1FRyCaZh94b7+fGKr4AWCndtauqI1g01hyzQVGP
N8LbzXYwXUWqI4F55i+oHsZNIvt3dZglBHdGJBrhsU4fxMN1Fwntl3pWnYtczTglwelW87DHtfg1
469wb5bIWW9Y2lzuNG6V5eR6u9ifa8Cv3zLajHXQc8hWwZpZBMdqXsKPncRo+WCq3S3YYFX75W9W
OGcm4CPhjK12tpJq7Ows3MIJ4KdUcj7LOe6w0BaiuIBFy/bYOoG8DQTKYzhxxZWqtg2Uf9+V+9sy
XmydCqUKfp24d+8lILPFU7oOOt3LSPDvbK77axuFCk7o+tezyxJwXfeH/ilaLbfMRt/nyYwQYX2R
EgcsuhaiRTquypdqCIvi0M+z/6cJQhRHDdV8707TOq9VbS0WKrmAcJ81plr20IeMHkermfyvcJnU
n6pylg8yMnCfBx0fL3OatYNgyXhJZj/c/y1ITeaTG/QWW1s7izuFZvBXhYqvP67QOCHqjivtDCk3
42WkO1sj8GZqq1pPbwfEWQVjcavV7ZSHa3sYRle+e7lwtsNKmox12psr5U/3z/LcoI2CO8lD9YGC
x+tQIzh8UG4V+FDG7BFPlT8VVLlW8fp7sSWnDQlO0V1uo7A8rtsarQlYbfGV17ONitbyHdKmhGq2
xJIw7wyPxErpotIyAyNtfjUIGZFmTY6ib8jrSJwZr7k6ZwDSkVPeGV1QQ1k85zzWiMsrC6BiHNoI
SYsXtGRcz8I9l7Njt+fe8c1jAKUhDxNinzAhO8XIhKCZYbjGiYRLUvgbpIvtAbw+hXVuvSCXQpRR
jJN8XxY4ujZZ2FpvSEqoW/RVa4XoGUM3KxOjIsSRpb0TUdbelk5DGPf8hQVyOvQP3Z50iIinpBxy
fQT8HyAM46302CWWYvkvJoPqj/Ty8C96oPBWDD5AsrMy16PTqYI4jeK5nLJCGNc9hXwGb2FcuV6G
CG6+zKTlTA80bdV/1t4q7QfEGP5yM3ZGzY+lo6Nn+M6uPehlcJ/kSgbZzdI5zX8tom8kV55Nd1xj
rfMDBYbBmtSzqO4QmUw9BfCN9QFDWKI7Rqh+cHXATeGujXrutBV+ryTnxn8QG4rpKFGde/CZq7xH
MA/4qGcv/umWCFhJoCzLBiylVH+4dVcdomXyrHO9LXJHv7rt7Y0/5cacmtFpmnRAXejdQYbkT3ME
/380Q6uB4UWR20czSsh9q+9ragtEBRzE1vpqo39VRxaL4DhspW2O1y4SHCK7jhYUazPEYg3p1mYm
QgrysvSz+SrGbnmcg6jQxzmfewiCYOhznIQ2bHrtex5IwGKJgQBB178tVqR/iT3GHWH/itPnY229
evgm1p17bmt6aaU7srb6XkRb27/4TbWaxNYMCwj3l9pJ5trMadCz5F4LcConCSYYbdK/0V0csdeG
MDHaVw9FdG33RBRnH2lLcfFBzNN2W7QLRz2JEEjDhq4pfiqM0QFDN/DMLc+FyNq15SyEgNUuuuOe
K5zwd7WRuu3336sb4TnKu3XwDgGGdUCfaJlLbo2+7t+dyQXWYVGFXVyvXgOk5P3UnKis6+pzTuP1
S0H3bn03eNXcMlPL9RaNi/7YCFG/3VQhHACrimPN7rFEQkltq3FST6yRk1k6Dr37aF7t9jQ589qe
dVfZW9pOTMIgTQDBiUMrEhc27rlz7yPjxmAsaoRZnVN/sxR5mIsGZx0zp0L7ghS/pGcVpWV56ysL
TqgMS8mTEAlz37TkuGUI0drMroKuY92NND+KMsOXN27offTSdJfY1bDKPBHw4Svfxvg86gIh5qA8
fR9rbouksLYySBCODvljtDgVgqF88+KnMqbmJqtnegnuw4Vd6EB5RywukyqalnEjUEtamoBttEa8
dAfd3HUnNtj52Z899GmFh+E6cfLIHS4cW+PEqtZ1f6MQYAvR/TRxkO9x1B581Ez50afQCN2Jsjvn
MoNO0PoQcZIsNIG9DZWqf8IQniyjLI2XN+zH+ZcFzC44DVn4ElSYxXbskJrRSKclWVa1s6h3tyrX
8tjUwnbIWeRyzaxS+xDT/bJy07QF7fCB1NHHjnKCgTwOStAPaZD2r+gG2Cc6hLkV8lwgs3yG/y8j
u063JW/8w+pvyyMpD9pkuNOr4bDv8wZBsEytum8hj3RSxa7s0nqnFjbZ+dwN73W9mRTyFS3GZAXW
aeFUW44jRTnlsdy9q8bArPmDZxYNOm3pMk96e10+ibgentdumFgbKTqtDhrpvQ9liVEm8Zu6MgdR
z81+WXmaAXObLf/l808+CRFOr81IV1TW8kHAGIYLQuNBhYO+ESAl9yBZM5mi3jVhweXqeBzWvZbH
qNQhMf5bZbDgoH4cDoWxbZleffzQppya3yGmAZEFelprgpxdyTo+G/pyoo7S2aTyOsSzscehgMiw
z1mxF0RRPRqcmbiZRr5aSxUOlzn37bvWnSOgNQcn44juEezA70Rwa4eYsPA2rPKFzvYRhi1sx1tT
LyEvNSjVd53bXXAEgOb/5TWX6gFwYnqdmDvyRExx9Qig4EdZZXxRP4a+nl/XVtjmU4qycC8T1ZPx
d7sE5qJGMViQ9Xlp/2wwZcNDOxCJlaJ+94i8d2o1nXLX1CcXsb7869BPFfyztW26BGEAAanSHR0a
w6PefqISAaBO76P/ug+iaT4C1uQBOLYaro/6fn1k9NYAvVtDdOKnFNsZJ8R8o0RTBOdAKBeRbbg3
mQMiZjJcuo2CeyKf8VJgczL8PgNsew5o96soWs4WC2X9v7bw7B8yBxEfkc8bPOZ4mIDatwIHowRq
ik/zCqx9mMmgmaBp1YyM3JbeJ+iZM2SaOHUDDbv4P/GksZMgm0Q97SCI/pq0tv/LhyEO7ge17PPn
ykX3i2tkj1MvILbugJqj0JA6TfCNMwaYdlj9oXpY2FiLTDq92g5UflsRX0u9nj0NXYQiqqyDtO17
cI921PbrUMJxnvhhUEKysOhPhSR4TEFz3TFzaWOSGYuA+jtiV5T/rCBvf+oWBcdJjqGY0o7C4Be/
gm2Tw87+L4BN/Amqudw+bB5rCoMrKpwPcbzvjxKZ73bD293rj8qEiLiSdemW/4BJ+unkQZAbFlRv
oooQY8/0rubClS+T9snUn/0Abb23x83vvPGcOzGsQER1yOCaNhHJ8HmxgiY7m+1st0gQ1X6Qu5pf
prDF6MHdud603tISzm81SCRhDHlXh9jjRBaz4uwZ5il4KgNlkLJbRXQ/im6Krg/MBNNjB7usD4UY
4vJXI7dCJoyQtDHA3jjkC1V8G2RBFbcVksLhMi1hj5Z9DFgI8qhlDqUsa2BM1s22ppaHQyWJZmfY
mFgEswU/hPtkYJem01LZ5o2Xa1jOUk7SPhVcfGeYMoRUUz+598ScOtv3An2QZ3zICEU90qnROs2z
votrgk1SJ2Qfuhishh6KH2ptE9MZF7WYdPb99+RRQvjoUnGVnxZYOu9OmyY6Krm4ztElKvVnxa1+
D9SEGNuAAGW+vDI9fLw2pHG4/v8olksJ1tzN/yY72t/rASlr4gxz9eqRd7WmthqHR2vztu7UBgr4
r7XWhjRevwCjEzsvOi3e6AVSuug7c6gdz2+/23DswSCdPv8HyFJjLnH7pT72I46RQ13xkDHh1MWv
UtmQaMysa3xo2h28RYbgzoeiQ7Bys27gRHMzgtIaR9rQDBpcnr1QNuos4bLE02Ct+yMmC9xl6xRs
t4odnSvZnkpu7dEup2THZc205jWYKSvQxODBLJg8cNtxIES9a78gjDAqdbidw/tFD21/2WiwxFrm
8Uhm7FfmkZlU1omswI1ZrHEjgv2Sc4yGKxZziv7W9lKS20I3radieYskI/ONU5csSmK18lvNfXmx
RTB/6jGHkxO0juDjlw0CtCnipDjmlmt/rgMjWtLIfn71ceU94YQHP2mXXH1Z05K/2UDI4HDbVHeH
vh+KH7A9tql6Iobk3WYm+GML0FWgOyZ5KFe1PfX7tvDQ15hjTpHd2kFaczc9A7v4wNsz9t1TFOX+
+yZka73HUuSMw00YfXad3n91zI2oLPaKqWvxDaEddkvAsrXYSAsHpxkfFA+qysICCyR72RpUd0Ux
bnBG/EyAEhSW3oCS+PbRmyN7fld+ExYXW03F9ftpSiwjpREMsEx2kCK+oMS5D6tXwMi8OpMqUX5h
j7ENOFw7wB/6WJaOnBFt+9g2tv9Ad06FfpSowrembq1ffDXtdkAm17x3V0730Iki/LtQk/yvG2zG
+1lo4afTHg3qZ24n6V9PUHftII21/T64lPDdoG3e21f4d7/g5JkisBtJPNXPwJsJU5cHPeOvLB0G
tdp2D8SR/Y+zM2mOG8my9V9p63XCngOOwdH2+i0QcwTFSaQocQOTRBIzHHDM+PXvi+pNpTIt07LN
atVVLTAwuF+/55zvjhiyFouJ8aMqikscjHJ+xHorz4OB1gg4DmfBsa4bqz06HY14qlc1uHu6CBmO
8QnHEFJqHqJIG/dHL2TJPgMtC6RbOvX3AJBIeebE0p+6TIifskuWc5fYBU3NEu0ci+A63xP9bR6w
qyWatgZ8mQc3ddvnTDvWl6EqjdwM1B13dies+Nh0lvUJj2fcPzs1ubstoNLxyNx7mthWNeaPVImy
5fEloxMR8BYX1eoAW27IGxQ5dJ9ABnizOAbVEOiDzJKlPbhLO867JB+wh6qm9/L7kDml2TepQxPe
0RiYx0/GUFxum9k/hBY0j35wXt01dz4j64iOmrtbvEMaCyc7dgQb9FXscj4YqhHTQ23y/oH2WJEe
MTVmd8Wyjuk9zQeVRtnqT+/w/VmeUtLqsxWB6cuGvZvZgaZPV2frposDdui6Jh22adzMDQ7LTKPp
6FVe0OzKRbqHqmdY+j5NmKfxzQEdmQLJyg2ac453jP4WrYDtsChS3jgcOCJul0mnxalshvadpTt5
WmVvjTu7zJGqGtmRk8mZzvxhUYVfsM0v00UHnHo3bjYBeRvsVe4mp/GKbVupXO1XEJCkKWY69mXB
fWViCjuw5y3ViMxb2QRd7diWJ5Lq2QseElUQslRohRRAcftkLVb9g8wG8k9DYxQwwDI0kqCIIeeZ
aa0vZdLaUJp6Bhoepo6s9hdo3VOPFEYPG+1eZz5FvOdSKJcL9qDKZXoKhrv+Z0L3fObIXhf4ywkt
0x53LMyJZAyw5La2w59iZpXtGUzQeDivxzChVybIaVGODl8RFstXySZg84JxoMaEnCd7rwWLe3UI
BE/IEOntTCgnjeqydfVBeQ3m29FfJdK3atwbm8r8w6mDxd6vCn0hagHF/Ow43qcnxLni3ck8XInJ
OI4/WESaGY89ZeiemJz+ntlZoMi5sOhEZNwcEy0rgdhtybmQJI9XxwjLbhi8EpOt4IJklbJRkir9
IwjITBv6rcEmp+C7xEmvGIlmXPOTUgAPmZ5cL4RyUev6JHFKPNYMqeejLOfZo09Z6I9xEOqbOxB5
AIyEqOskM999aLnsjE3XNepgFoGlNfHr+Qeydt4eMc/5t+TPs+Vu7bGeHDnMIzACnV8HUpS9eCN3
RnOMnEJyrgRZEoyQdllu5lTO9o4AK6HMoPfVxab7Vu7LNSRqCIEAj59rK+e9We3gZTDNcItOS4u8
VvX43PMdV3zlfnUhDIPZrR5ISeWVRLMQS5HdTZ10xX7pEpelJDE47VPM3WfLY8fZMi3M3EEIb36o
zHY/lqYtLutCHgC5zNUoeoQePxjsJp8k51LUUsYeWfss6Bm+VYx0GR1Zr9V2HOB/41dMMN/wB3K2
xTKx3vNVm584HsH/dzVK1LGwG/9IAQBIodYWaSSrq/EhQovMt2krHe9byDFq2OaJVzsbtw7T5Sj7
1RlPU1nU59oTWbpJrDpwj2jfutokoAbBR2ixdl89pmHYJ+zk6O7QDSrMSxjmOqwgvPjRFNTzDae8
LDzbHJG6TyMW5Ac9u5UPiaDK2M8Vte1OCZB8UZ6Pyyc5XVswdj6FwXbqXJd/xArq4jVbybEcaIzz
mqvCtswjTCJXb9w4Dy+pZV0bbrGf33nMU3wXmEgE/+9ZcBGpSl45CYRrFExx6Z9AtdXlpSnpZj/a
WWtlp3o12bqNcfRjcK1rmxYRMZcgz5vi3hRTbke0afRrFYbITm5doyJONhMId31ij+m2IG1+SwiU
uCLHSpewtj/NN2Qs0d4DCg8napxqwJI6BIApu6Jy561jz4XHpsmw0k3TDeONE3fZm6N6V38L0tn+
PqML1flWVG1c78gepbeK9lZ5mPQS4upjAEK46Vmo7zBjSOcn31MVX6pUO7eskymLs/am/kazIBBo
LPl99k1Ja02eC0BU+clDE7yb0n78HuBGehOcJR972Irubl7z7qvqsmTcpW5fT481hu9tSuyW1H7L
1MVaDUF4ZlhmchS6mlA9E5PuMgdW8DbAUZ3sZeyq6kTPtW6Zuh2y+vL3m5lyayqeh7AT/V1ZZPkl
4N1Z0K1aeg3xyNiLw0ATGGBUWZQbG0c9mTyA8F/s6Wp8xIkePteKHG/kT0H7moype9Wgc4aOaZ8x
eJsQFTmLXK9IvusaSQb3BL1P5mkgV2zZVObPOvf5vrKcOGZksa6ZU5zH41ePevU+sUtN9eA605tn
m+lpzhm+QZE5yH1IROs1N1lXbTGPWUdRd8V3ZXoO5IWs+wg1y4GhjnVZblNE7HEfu1mqtwxvFl9x
POnvlpd3F96Ilh0xzYPHqslEfHEYfHABazLLU6Kgce9xzhKJBBM0PEJDbtYtwT0CKQ08kfjC6QnL
TVAh+EcLwkMXGccfJOcg7X1DlAvTo81rzxZYBNUX2kjdeJNgzyv3PoNGR3CPov6gcPckgwpCR7BL
OVDnSTso92g4ARGj61pNJMSZE2eT51e3ms5yu7qBPjdO+yLsJQpuXeqHChWS1pCdK2z9c+ytn+qc
Epp6ZvDlqW6dUFO1OEW8XzwaFbspsJ09zC7FuRgNAnNcXLWbgrgvUzuLfiHluTjWaZooUHZTjzwV
CfojOAoYWAFoYpw0py1ISebSj1dDuOOw20CS7gLsVDExMPyZ+R1DZdGyZD4bUDTTyKS0igmde7jc
K3ttCfclAjlnXqepK5/irl6qc7nUy11XxMMtdTBipXSdBdtk57Y3Mb5RItZW3FGES2u4c0j6O+Sq
vPHS1Tpcv5D+X28D0TcpR38H5zTFrKHhtiqC5HwSj3MACGlv+SssYO6KCkC8sAqdc8Vuf/D6qpz2
FlIjmy1GunwHx6C6Y+YvHy1bn/vIWdmtj3ED1QQGV1t/NWUcXFab5T6isK2+tDKvPo1gl/U2KeN+
zylMEWSjyXOi0MXBVGgNSZ/pZWrvUYb7HHC1j2wdBO361mgX10Szeu22z+L4FqBJn9zQKvTSfGMq
EfKz2vGLVSTeuSHkzV1FQjvM5eKOuw4T4RBp2qU05rPAqd6ciQEDlyEn8DZGVubO+qUEsfKzaiXu
Mau3Z4dMO8j7aXS9Oaq11MGeko7iJwciUESwCVvksmLBl4hAbye7aozFRdv+NSpE0C/HUG9JbAhX
1+OmmLGdk4FzXLq0PaTByDTz4m2DaxuGxowbk58jp75GLU6k/tZa8IrcNUXg/2j6RuLRp0Awu9Wd
Q/HCDteo88zgvRXpnMU3SmdtiIfNvoUfwsvXs1+gx9SRNY29tW9aKsJtL1pW8BpP50aQ7U82IfZF
4sPsjZs5U+Mt/fKQD6ulrtubgpzqlWA+ywt2KoaL0xxosRxmuXmL/aFPnnGOpt3e4z2KN71uoQsp
1C3C/cVgSN4SIEzvh9hpHrERjeRhOQuqDayO8Kc7Dao4BTod36p5ST8NavSB+jSVd2dJz3O+F3CQ
cEenOFWiBnVj2F6Ldg4FaUHw0IyLP0EMmK4psiXxH3zBKAA2dauhEeoMXfdQFaTnuVhNbEz5c9bt
VNa6j/E1CkvFLdxqxxnWJZ3cYc0gwZRq8YC5AmvcKBJ9e80dneYKqwetlYoOR2VS4k1tmLUdR+86
yA6UTeQapL989hv4qK9LQgJsHENV3S/aTetTGqemfp8suv4REQrEfY1O3R3x5waf8LP3KGOtQ7Yh
pK1GGygO+fIrrIMPqP8UNsYZ4P74AHleTEB6JJKLtzzRC3cfzGDmHxkq6Dc/Xht5K4t8BWbDCZjm
TFNXVAFB+WEnyfIu0HDiqF+H7nPBH3TtiqD+bouUdCJnsUx87XQQOzJiRIvi08z5tSOSWVOFCKW9
9jDtUych34I73uQgM1Ak6GTs7IThQSmm3X5Pckick9W3M31gzTDpmaXkOhEOE7O/c/ARsmsKuf7A
UzSuWwYwK3UuClqQG9c186Wt2L92hVMkLXAqR8vPftmm5qzqePiuUT7IQgFU+XJNtGagFLL5lhWR
eivI2Jz3Jq1oO5uO0zq0DXwWO9xWafWaWg1r7iByE57ybrIf0gXs4tHmu0miZCnGW2sIl2ETgl7g
kOF1VP5da4Zxw7me6CiawER00wY+jNdf1+92CnIwqsLC63eyZlYVKO+EXBi/JKb95fjJTY/p61uA
oIEokKWQx90+SMNtAisl2+RFPt9rJga8WNWydk+95A3hLeWLxxXaVMMzB/h8eAl8rOlEYNf+2QLT
80Kr55rdb1N9HycFvwaZdLiBzNEyRIdRZU0U1r33GS4hDIIpy1d2BQ73+CEJHqhNmAt1F9q9IQA+
4/Yd0Q0y3d24gVQ4Neykv5dx4Ju9DaPihWGU/ndut/SObrwKDuwdudW9MMXsH7HY5meb6aN6IzvP
pmlGcwAwVI/bd7MyZh4BnGOv+hSWM8fhUSv+2cX3F3Vp9TLd6CRpu/OUxQEKmgITs6GJpGiN0Hkg
Asv/hRYRGr3ekwMgJTQyeyrbEAEZSHEVYp22VLCgO9LF4WtbxiR2t0WXYtAdTIIFgFYqJWsDNhmv
ALw0ezeTBzrgtmj9nUWUj6KALp/YErB0qmitXcLkUjvioe1iktgskXpH9jW1NsOAR2GTdevqkCNS
uTlOk8/6kpc6yX9WnK16mDuMnI3GZWq+pcsa6iPePtePRN8mT5k/Js8jIXi0Sy/svV2S1eY7rSru
l0qL7ltXCoE6RKgkiMgRmRtkeVSB3iyAuBw5p+pAtrD9WQxgqoF5qCWOhqwm9xGTFF32gx6nh5UZ
s3Ekahy7ME+q4jNUmdU+gGcnkBb7PIZzGY/OVLKuiSveGPpciS/J8s6KdHBzzsoABEFNNd8dOLXn
n5eO5X2T4GHr+QdoJe8CovzTvqyBrkQqAwa3lWkYfx4qkdt3tq78E26AIdvA2Un2EJiL8rjUaZ9d
MN2xoXU4WcU5BGqrI5SznnxGCD8QU5J/QI005sYGsGZvlBn1Uze54ZNNiNrdGz6ca+hdW4ehydrk
wOt5XeUHy7BKD02xR9UdcA/NTvDS+RU2w262MDCNLt9kODjuYWoH/Bpl5lTqMOpu8LcTkdL9Va4l
50L89NqhdGmFEnAUzX7uJ/VoGY3pI3PrvtyGePW/LZC7gm2JV/gRJzpqU0ziGCs6oxtNNDSOVwFE
SfEwz8aQ6bFQSkJMpsSyKL8yDmqzh4OQeNEMl+1qJkxbu82jHhzb28ie+jzrFdYABiSnvZu41q29
kp/YAc+wEq5bdseFyJR1oUUr/c1MCn3Cmlt4p5iA6rAt65SGKSvHFEak1/61Brcqu69yh8ZnizoV
2WiN8WVahlrsh9KBiQAfR7rvXeCqW9X2ZkKOh56DZy7vGjsivRyITRaHwwMPbywRM2r9I2QO8NcG
Q09wDmSci6MdiiWkbHac+kbOw+rztXnOK/Gu4As7fGHvBhyfnHYzO/xhG8v+DByA02+nJ/ocFc5e
Q3DxLWy71dlU4GSG8xondnKgiR2+N37TpCdbigTwOU14azPJoVl3LQOI5hugEzLbUlBRB1d6NC+r
id00MpbSBJit1MbAojxq9gIPxniy/arn8wnLat5LTYhg2yR093e+B9UD3h6Dd1H/Yyv4DKmB8IWf
4L7dr7QWaep5s3uyaQE3CDEu4DUPluJ5YOK3t4E3BudgnruZoX7CVSwhGBYf8nbOXfTogT53ik34
IhXBdniwfKLbHMUIcJ9jzd8hrMTP0rfq7EiazPmBWASYk/JsAsM5OM5uofdmb3zVdRqdyyM8XIwF
vLmUnAx7uRgZOOWNVwY1xmEKvgC/dx2BAK4/XOJd+hx41GabvGLr3zHtK7hS/FJymnxXIYd++CPD
M8UWT0kzsHHduktg599E63czprUGIEqSrtW9DBkJeZipgnnD6QtUjzA6Nb3K1aWXULAsfLVKPOdH
7LEdPMkqoKHI9JEaH3bt+DFZ40Dw0CebW31XGqSJE4UJk9M5Tc3FGdOOuE6MHgvQo16ZKnK9CnAC
oWzkv7Vq2clZLNb1EpRDTVakWkt1S3S2r29pQPvfghZJ7smCAqN2C307Lmhh6wJssTZEo2SZrwef
hCq9siFL2h8htsdzRXhrucHmJtaDnMgNH0ZlzHiHnhrfDdovfoi677JHTOD4FnkHF1qUJI05RbSS
MSZiGL3gVdLyz88k5rJ821UJFUXBA9QEPB2sYG2ne+ucOrH4UiyM7zwWw5w/Cd2DOBi1nogRFAk5
IaWy8sKNGe/DTutsx/ajqx95R82z66xsbQ+Dly2f8JODHl9s439NC+yFM983n21iuhQLbJDMd/XV
XUkHSj0K8FTEfR2Z71u6/ROSCwLCY534mC/IERTDTRHKOdgLq6oPq+AEREZXtCApeBoX227GdgMP
LfR3Y+6Oaj/CUsWv70HrJ3aRD/Vpksp8g/7ZIFFI9KtjPUOG3E0dB5tjDhRit+Rhr+9Cr6+/etla
vCiQgZyB7Hh5WtY81zfOjJ1uR1mjnF3i4F/eJvOaxNteLbgwU4BMfBsJXi06yzZKEQdB9P1ZOdgI
K4ZVp+CD1ssMQGg46DAp3A33rxjJ9iYzL6s29WNp5ZP1jL2Y6bthzqy2m4CZmPEO93EaopkJDkn2
NNXlkTNcYT51Vtvdi1k2427spzHDpZCn3s4Gf/m1wJmV7YMu7IcD4krKcNuQA9fcOLg8EEkqNsLV
ysfdELbNjZS6ceHIBGt56OLZ4Sv2cPFy7rCq4XsfzrivGg8GIBH0UB1W7IxpxHnC4Ty52pUE/lj0
+mVmT8LuYVt9FREQqlHP6MnPpKzcvAJ7EQxNhKVVzvfUg06zgQlJI1cV2js7OQbv02j0lJ0angVt
AqyvzQ1O0GnarbiYPhVqTLy7qS/C4tM0ZzNidNHNB+yj2dtkWYFgaFfOQ7Od1TnRPQP25Pj19QPv
LO+jTsd2vkX7Dcy+K6suPM8WSUDEg4kQONJan+xscJ+AsDpXfLG0N9AJWf2e7T9YaPbAzcmJjfqZ
Iq3gVdeMmsVoItXXAl7gihpJ581J7LuuCZMJTpkfeLsGzjdLQk/VtbcbekYQiwDzrdKa3nBreB+F
NuSvVZUTO5ZaL5/IvaVvVCFNdY2999twmvH/XdfyLUefGVU2nZNHbXL6u5g36AgKI2SOyFabd3hl
2Q8OWQhIMfXeIaAHkN6QFusYvo37bGAqR18On7NJc67rUxk/FK2t36ae/DEkB4KFu8LuGP2aVitN
DVvZMOEDup0hLAcHzJZi0WAjIt7wJa1arc5xoocva72un4FowF+gGn8nLKVZfALmGwNh6MKj7HBv
AetZlydRtN7VzLDgCPR5ux46meZHRmol9xybEKD8nuD8ufQ6zklX6pjegAcDo+Aa28oj1Y92cGr6
wrwN7URE0jHE6uHRtmSXFN2H5ShIIzRfmhII7f46IOy7V8z9cK75dg+kleP+Mvd18UFHsROYy5h7
5mHT6MGPkkH5CEfSUnTycPry/SYU3qOqZLsDSqfDyMi4OoR5mDAmqqIRcp7zvLQR/VaHvq1HUgHX
TFPcwipLylsgNSzFeiyocn1Jy3fblhwZr4fYMT4rgbC4E84a6J0wIcxaryZHF7ngZPFnkm7vbzVf
2qtrwv6tDXR8A/hH4GqeevwgXdPaV448Jxtqe79Yd6tK7Qc40FifTFg2D7gjkLg7HvOxAwWGgM8Z
8VXgfy+22HgBO0OOBb++xo1d7KxC+h88LGNvahjc6cnNZoduTQMGcRN7ZeFd2OqG5ACPyE0PpCh5
BPwvx6PK65KdyZNBdxNjie6Q5ZeYV7Cr1UtKjWKOiQBjbde19e6JuFiPaz1kzn7Oh1Vf0zTVA45X
erHuZPXfBYQgiU2jXz+qCszeJ/AtRu7TUfQ/Admn75xn5tsMa+ODO2lif3VpN18KZctnFr3wNhuq
/mtITnLYJVaoiMhXLmmtyXlJKCS/eOs6TVECB6HnmLbmTDeHg30qcDXhiMuEy3Yulr7bFpwzSLUr
heu/bwawzLEbe3clNnuLJTQffnJeRr0sp8z+nuHRfB0HGXwTzci8CDsHdsRhO/E+l86AMUozw5dt
qvCnC3wsX25KGhNafEMSq+KT1omadhVtL3eTE142e7pc1uc1ztZXRxhjtgyo9r7RJuc1ZygRJyXA
s+Z+gWMAwgBgC9I3dqQ7N6ERHlHEOJRKtZ3dWi1+zCjsEz3tQssv6ZyhBW07k6kBQR0FAruqM727
S17eM9w3xuXMFgapKnY7jHMxE5c3XjDN+Q0sTvHcj9QF1ljGDJIdZ1qXQqGzTV5QW5s4lKF/q9bQ
hrrZeeKbT87hAfdOmm4K7KgMIK2ZIg8LKx6OKCLE+OvWUi9MUg3srUUNuKeZCYtoKEdgIwx5mtN9
zY6HbwAv3oZ0lMl3ZMLoY3oVKLZH7PaCrBw0EdJnzYByPV+liBqRl6hFSb5oWh27P6TYCq5EgK7k
zJWhAUedhzYIOQzz2Bl8oXOQDHBt77ogB/iAPcdyDqU9M18ppgEpcYc3fvVl8EFn4Wnm2g/G767o
3Iq/aGlN/5ZkAHQQ7ia7OVNL6Zt86m0AG/PUvC++JW4cejS08hHIP8nCaYa9WkKc1QUfrLyhTbjm
W082IauuZMe+tRcsE7u1yqxq35SDeuFswFg2YcAtRghL7KXZsoLwa3PTA4uhApz2lVopu2OptLlq
y0m29SYSDVs3d64yr+XFz4u/lB99TZX+4dnUe3tIpPZwqVoANxGQPxj5Y4uKGLn5qv1dzdjICY2B
1kmUZq73PKWNRm9QDr39vM2IkKMHNW+Lv1YzdMaim7YZYdcxgkbWesyhd/z3Co/fxSyd+Lgai5LI
HjkTsPrQfYgG6ILXzBGWfZCwS/jZrpKxuJ8sNaSXrGt8gnyE+PkcDaHXVuucWJRJ+kPF2FeAom5Y
cv601vVHRksH+J029l4nfu/S0lEu/sAekPKnuIWjEzG9vSuPU+DR0SKPJkwU95b3OQMX/Nb7MJFB
uITTXRGaONl4smOFjTO+372XYlXYl8ZbvGiRjb6Ftot+b8FngR87ixe/k92PHgw5jhqHMvSg/FG8
50wzKm/ZbfUtYSZGd3exsIedZWKBUbokoMgPSHL6n1C6z2rq8yfwJ+hRIPPMc+O2DOgkDjT+hNDV
6mhkQOO7cbWIt2AnEDIgnqn7vvRTqgNWW1h2rZt/hHyC0H+dMUd1cif/ZqIAJqOUDsHPCoTtCG8K
dk5UchQMIihMLAJ1KaaJxL0hTxciu57XlnKDo9dMZQCbx3/zOyzeXW5MvHHKmN1DSxN8wn1OwAUn
UviCpzw9OiaDxmOqiShy7gHk3vE8sIQALO8x7MwquMpsKW4LW7ZFfSeqxvmp8QQ0pxBgZAWjvBNv
TPaw5GZJaklktPb7/CBwq9+6aq76Q+jE67gpDdrmbmGSjjjgultufTUPxFbmxJ63VeE138skyb7F
GBmfXT+cAb3Nho/pjWmGojrAfhq6yK9EIjDbDMNDxryI+JiboshOeB2oqTHZ9SflahuIFPbxl7nO
1IsCrU/9Mo4ztpdqhDJtr+P3rJJU62vf4d4rXY6cGCK9p1W5Ac1MsFzEED1GraDB9EV6Z1m292yF
JVlgq3DL6zRPetwDBAMfr0RlfPzEtJyuZQDznfVnr19ZFJuGpB1qZzd2e3+svW9D0vjEy51VPvkr
hkImJiRil6NT49SAreGgPbucTvmGUg/eKEGLLXbkgNBlQz4wEgii2c5eAtpM7gjyNkoqltZtSg9s
N8FnGlhtUOo3Y4Dp+xYfSA+vDBEIsrUgBOFkG64VtjsxTEX5lEAaicFcz4iPeCfDcQdvl9xB7Bcz
clyslurIhpwlW9ohbnmUEjfdrnFG+QP2r8mOjUgxY6dBL2+g2Y/FdsDBz+ruMg+Cl82SX22T+E8x
Z1u1k5W9lliUiLdtZYCXY4trhzKVBKO+mRmX8qXCD/Fj0Maqkf6U+1x1ywglg+w17Ymksb/Cni8f
1WgWfj4ur08hKArDHOVLUS7nVvjXITo04T9q1tYFx5tOFTDFsaHnDgKbuRqBmp+rcZi/titmd0vl
BRbkbh0vJpvpMUtXZLBw8Xc/l/jwnMvMDAJyYdRYV6wAMasDM5nMvT06vCATlrqnpZGacYWau4Rn
iPgykMYJPxVscSIYPk5Oa4/BCK5UzxDEz+DnEufV8zt65hOjv25TVvGfrp04y97PgVN/skiX0Cte
QpWzvEJ4pxlYSXXvlinxg4EAR7tbnZRYZZ4uctkmWDBP7ChDCZBU45zuLNd7HCpvYCcr2ZwaMqRD
lDmtVVBP+ubsj1kYbvM6DShSIMTIXTD34+saLPKLnS61s+1QZZnRNbaK1zphoN2WO73QPa4J1Uhs
R9Vl8YQUNFnCuP+WTsS3b6hXljP5ZaffG0lPP2FJIGKPfA8PnDivvsf7yREV6TZ9HpkViuN7SGS+
RQ5SNOZjeh5bjlTFVwveR7sBWbkE+waN92uddv4MfMaaz7+1HEw4DaEyBaXHLiM0oI7RtEDMf2vT
cJraumQSjZKVuDHMEfkh7TSnC1wJtJMxJpsAmruVP5Oe0CkxNOxrcAqm5LHxUHSY6pLT7qsrGA20
YUSP0WWAC/hKa3xQ961J6+ETUrZDDa9NEj/ZwyzWrZOt7omsUVaRtGnTOvotnKRcamq7Ld6a/IKu
EMIN51Uv9r/ZDR2LhgbhNg1i/w2trn+uZZ5dCyhsWIJk8stv60qYUYyS9K/fOTFlrcCsaOFupRfS
VP7+N8KTfSiCuNxp30nlRrB5nkXBEJ5jjod5+ZuxUH8yz8i5zlXjXwkEoIrrzKF/m4xliwS4i2z6
DZ6kBdKUh8llP0/9LI/zkJQ3Kx671yUulpOicbD9z//4P//v//6c/yt51/f/MxL0P+qhutcZna//
/s8/GzHkon1TzLuuCO1fZh1O1DQBax1HH9IdWJdA0tLOCy9/fZU/G5sEKs/F1IjDJFS/jABM8sUw
MojTk+UgrkJh/LCG3txyzpjPf32l6wyt3w0+ZZ3Ade4KydnH44b+/mZOeZpomFqMlDVWdpnWwTmw
mU4b12IuhFfJ78afAJwzYOPSecPPv7749Wf8cvHrM7QDl1GvPqr07y/epmNSkMNndkRt8lMjMuZV
gurYd0lPQtAdUxg8Rbn764v+4d6i+qH8cTmBoc4Jf3mC69JMferhelu7ofkiJGDsummtO3D42T+d
qcgPCz1XKgnfh/llvzxGxLK5Z74BAbOm6fZ1ENZboqr9do6ZqvRPf5Vr01OxvcCFTOiLX4Z8ubEz
NjDwgU0G/mcT5uWnWbYfbjVWt//8QpwlXabQ29xG8ctQttL2PYxN0ALg5HbRTEfgzmFV3aOBk878
62v9YQAcP8ZVDIEMmbOniOr+/v0gYcvAlSp0NwG0UVjSixMVUiNY4BKOGIgx/tOP+3q98Pq4WFcc
snK/v17e9AmgM65ncOMfYD5aO3dYq4d//KuY6+mEiBSC1ob7y6Oq2mRlN1cUnIwj28Q6D/cERiHj
9gL4iZz8v5mL+McXHrR2QLY3dAIUoV8/cdsiB1sJPHilGLqN4/mIuS14IndS65d//NNIVzoe73vA
PXR/eWDjtTVQZYybWOvSf86bAcEhaNyPHkDhAb9q+k/XycBl8jlePtoDfGDO9af/21ZgMQ+ADRIX
nQWM97gmmoocC9WG3fvv5jH+yV3ktWCEHYgml3TML08NxkF/DS4AnIEDemSgC18A3ZkN2bXhbwZM
/vmlINFe/xPy5v/+VzkxyRQyRNdv2W0jy8nEKcZAaKzc/ZsF6k8+MMmawVqI1ZbV/5fn1TiYDOeU
n2LwMZDQ5YA9JXN+SL0J4tra5v98leJ6oXB93wu5lb+svcz6mMox5FWsmYJ8mCeZbF1mhh36Lv/4
6zfxT++hE0pQI0oEbNi/v4eE/JmdExAMLwyy/Dok8c5oBtTnc2L+Nz9KEqcU3ELfk79cKqGkd+1s
ZpWaHDh5kAJOXkzsAvBD8DdTI/+4WzPfGawnuhoGRWba/v5XYSXHdBODFIaFU2NmnqDm7BPqcQR5
xoV+TMZg1+sdCxVkxZd8XkLJgfd/cWuVUKFrKyXVrwPaNYf32sxwHpzYapmBRNqcZqU5CjXlf7Mg
/+vf+n2FQH5ZMMTCF6i/jv1LeSKSqtcIYnJTr3X61TIoOFE/M9qowWV2J9KyuM+McS+IY90Nw/DE
HVvuukNqVyesOMH7UjTjO7bsWnG+x5uFul8c88ymuWsRf/mbDev6Zf7Vn/vL87EsbKqFr+SmQK9I
6hQFNp4ZfcCgix24drGplj6DNQwo5K+fyb/qzr+6svP7NwMyChGXiSt3wBsxPECWq9SdT+Ns09r+
eAmvlgCaBB+xkeZGZFV6bIf4b/6KP/voWPx5Xv514VLX//7flmPCQ24ucfeQ9IMtGWcwxjvs/icg
4e3fXOr6Uf3h9wJQ4AvHBuz7v3x0tFzygeieu4n7Vw+P5gFRpkbWhSPbABH667v7ZxeT18GiOD2I
Pzi/1DxhU/TulX+L7Fgn9kbbbnNjBbk5eP+fszNZjhzJsuyvlOQe2RhVAZGqWpjBJtI4D073DYSk
0zHPM76+D6KyWsKMJrRm5iojPJxKhc7v3XduPyTE4k2qzs70Tzv1LW0iBdxIdCH1YzdjhxprbhF4
cAJwqWH74kWAAtsrdpLr+m7E7Qsxii7W4AL724KTggwXngArQiPRk6I74nJE9V261M+o65Jg+ebr
bzIfDUcDQFGxBj7FJtbHEXI41tn8+XMQWqjiKKy0S/T2Jqm31detnPgKHEsOF1oOKF1Vj6a1Nw1k
X8EeLOtRBalrAkiRlr6g9n5cf93Sia2V7VvjYNf54oY4mrtJb3So7bj7kR2qdlOQebuC7M6SMMqc
ghDZpqu1ABako+xxDqm+v6lyoWavE8S82VWPplg6UPkZ9oG1dJRcuWuESm2FOhb5npLr5OXrrp6Y
zhYWxyYvBSaWdvyARiFJDXBJWwiFZxcAA59a4nSoqaeSwjKsz8582xOjKDgZGUIMui2yeYdzBRMd
YJ4WIX1Ea/VF2cew/4rG3le67Zxpav5RR9OSphxN51rDy/nYwhmXnhpjII/DOJGkgJI6bEGUhgEQ
cEzVVr2p6lc4YylndoiTPbR1W1hobixLm1fL33Y+RJxVBJ0JIhpFF2vinKhICpjoVHXk22+PHpkJ
eOSsYVuCGz1sSiiw5Ckv5ZI7eeqDWRYReQN0x1uqKmMHHV5X6mc2o5O9cwSvSs58TdpHvbOMRmMP
ZMKovt+UKwWo2BVkEytyQ0rLv/9c4SsyhMIWusEN+LB/DQ8naHB8SsgqAqUR9xyJX/eqKpB3fv0p
T/WLnct2dBM7WGkc9SsGo52jP7aWFJxZGAxBH1YSPGpbxIdnJsipA3peATweCOlQ63nULWr1VdG2
dAuTJ+kvCzvvLGQCMt8C1ldgGAcgh5PeyXreaWP/UVVlt8PLp7qYWo3L+fd7LjjLSJ6zqVrW0XZT
J7hCyR5OJqa7cttSAbUenPqp7SmK/Tdachx4WOh7OC3mzehvK4PXGwal/AbcFnUMBSgPA3Wko3vF
Ee/MNz619uX8PsNVjbyvfXRY1EOFRKtGTlEg993BYyTLhnuVW5HDuQAcrewoTbT/jeXI+4L6W3Zu
YhTGYf98CedxBJyNojjxqbRFhpEGQvs5mum2mBzvzIv3ZB9JH0mTKxY8y6OBy6lxsPURbpMX5u2d
DM1oiQfPtIWoEe+pEsRyAlbh95+J7N3GLK3SuNaJoz5OIOjQ14FuT9Cqaqu5aBSdYCP1a4e236ww
CH9+PWtOddOWNnOTGSrY7Q6/KiQ00xvgeCzFaNVPwwRovMqRs0Y4kj73gZ3s214Zf3/d6KntgLgy
RFGH55xpHW0HapXJ0uwhJVAKM7j5qIxLkSgUCJAt3ny7KeKexGSICs5BoKMvisv2XGlG7oDyX80N
iFbuCSvH66T0ujMn4oleESanzEmVvBm54xx+ypbyJYqyakixjqquY5SV5EISAf7a/vN1p+afdHT2
UubHpOT+RDRGPRq0QfW8Oi60emkgK7muMK0eqPXM8Oj8up15jn9qx+ARTKmcSpeOtlJbllkcgbZF
71I5W9ZKvhFDLfAdNwBOTUI+GR2ahYLjEBMEGb993fy8Yx03L1WBsIREmSAodPhB7SprLV8arHjV
6h+kp073qLpBltpdti7HTDkTcT2xFiRep0TIiXEZ9vEO2qJNlEFMStGefCqP0lx+5GrtL0PS+wBM
ZntKJJD33+4kezb4F8MwVJWHxGEnQR8D7Uervewc4HQ5lIgbQXZ6DQ8SpgkvyjNj+tdXO/qqHIrM
T9uwWIPyaPN2kn4kTVoDVmvj+M0KUvk+b/FvqqSkk9qpCj67FgwBJUwTRR+oufzHlAikcL/u+Oev
bUnhcKMwuGXhLH60XCjmAN8UEihVhaLfYZqY/CElgQMqBQiXoBIsuRgpsDEXXzf7eVJZkmVK/ykL
Adowr+K/HZMCvnBoY6qEfyGOY3E2o0ywmdxRz/LBJAzP9PJkc5o955gczeHQPGwOZKFG6RIip5kB
+IiOx9xVCXXxgzJQlB3kYOa+3b/5i+LzRRG8Rh8PG7TFTCXO+5ryH4W0ZGSkzcPUmmIXWV6PgWbe
nOnhiXHE0I02JecI19ajg9IouzDFZYnSTyett6FRQK/H2sFVPC/eBoHi7SZF0W++7uW88xxOYmL6
7Oc8cXjF8bw67CUB2pw0EksVTw/UTdWAyWDMjUdqRfFbBGX5O2pq/AMoMjqzfj7v8nPLgpsB73GB
/OqwZROy0FiVFgcm/NIVqWe5qwxb38P5yc+kDE/MHSK4mkFUjlAum+BhU4qnR0VgmkgcCpiN1TBO
K2qrETtPxUPu4eT99Tc92TNGkLgS6jrTOjpV4lQGyhQiPaHEOVvn3CCR+XvKGnROcuYjnho+jQCP
IxzSTqo8mqSRPlDjkc78mIkCwK5S/JUJdwfCt/FM4lffADSabRIG5cytbt5UDucN9yuatB2ukXzR
o8ka9yPORGnVUAJCfEnBpWgdEvg4syQ+DxzvD8LHzEu2mk9rsNNgklD43SzrOgKpQ1GAC4SmWEPq
hDiEM8yZz6nNM+G4W3J+nJF50rkdHy2HSi2AJDdGQ9KpNK+jhBdkEGWYmplGGeLa4lUbtagpFhBq
ui3LFFRp6DSrpvMNsB59eaUCVXv6ejp9HmMBv08nlEfmmRPkaDqhvPYpwWOM6zSBDtGxyb74cTNs
4ASJH01DJeY2GqgudNFxI7L8uvUTQ+DwzuTWx/+o2zja5h0pBupySxL79fTLB39M4gWT6ZGSJrbA
9deNfb4nsQtppGlZN5ahH6efZ1NcgIi4U6hIu7cYcgHZkVO/9VIscwmsyV3up8Ak26aJVhZShO/H
gyWLiPb5LQRA9qP1lBAiVQE8tUs7jn7zIKqvcGj3AMnG5t3XXf28gGiJCxklpJzd9PdwT2pLrPli
C72NPmRUHJdBswlJd56Z0Cda4QbGA3O+GpCTOBq9UnHAaKseH3RyKPvF/OdC0UGlft2XzxuenEOQ
c28ob2G6HPYlh1kLSXoAzzrjvMbA6HZCi16Mfpo2/0ZLghuewcuOqNnRTbYDWkb1So+xK2Jk/Ex9
eZECH4b3YSS7r5s6MReJnfMI0aBUk1k/HqDAxpZGzOwYfB9rqiRaa20Oen+l6cTrF6lRx4/pSN1e
LbvyR92L70eSoc8hGdIRKAgynUfrHkAv8Z0UGRXmhdmedPi0ynu4lLE6mKuv+3pqAP8SLTh/Dd9x
QhAGTNfKVu/B8ZSUScUUk1H7Ht1COzyXmZg/2+EOizsuPZqFLCpA6aMZaXuYVGkj1ZalMRkP8O6K
H4Ui9B+6gr530TW246Z5ln/7uKJVlGs8KDViZ8eDCa5nGBLf7JYDUspLjJUKV+sd699YBxjcEQec
9QQkcg/XQT9iDK2aINqpOIQLOhmwWo2pWuLl9/0gFV3hPcn+QWKViOBhU5pOxTIia2RPEssSCaR1
hROetfANcCzfnxxzLGUWEZABt47WnF7VmAJ1RrcsvXrcTA5k7IBE8TrphrevWzq1W5GI45iZ5VUk
pw87JRojdaYEt42yKtpdU/FCzmyU/l+3cmqyc6AaFrW1UDGto92qMDxCfxG1l6WNbQhUflDQlVVu
pybvzhyen5qiE9yqeQlj8oXC5OiWNMFZqkWLt6tqdXKDPcq4LfuWGANVSKuve/VpXc1N8eUEQVJu
uubRyaVg5E1dEbijOEv9LfJnHwRRE9ziyVb/dDqTktQIx478TA9PNCu45WIvRBaBY+Z4lySVzTwo
8MLkCOBW3bxgm6htkjTWP0Cu2jkQKKv87jrjwfD3Ro8mvwUKJ/WDYYJll1OcpmOwA5WjWY9h322/
/qwnRpBMnkMPDSQ06icpUsgTSIeZsCwAb16gWIbMKfFzQwBunllnn+55c6+QTpKu5VsimDic/R7i
ktAY4tmYMxmwZgPtahoAeJAvKJui08Uv7mHxwyDrM8vu00l31PDR1IHpgqzeDKZl02j9mncg9KLQ
olRTm6LiAtp64ELyogIf8+E9ieX0zII8OYc4DFj4ZFCITB92HMje1FQOVidqgAnVIlTBWrp+kGR7
D0RARIlGCRlkBHFx5og/3bBhwZ0ii8aN87DhSmogWHHaIssXd89QP8pXHRuiDaUw0i1VOW1iTCC/
v1DnHDnRQI4/hGBHX7svFEfLvHzuLSL+JSGrOt23TZb171OXKbddUEcKEdy8ev96Kn/aXZEV8Qom
eksAxUBed9hbkU9mOULAWYJfUCaqSVpU8TgWy8fvt8Ol0+C66SAmPc69cVzopV1RPy0IQ82OOmPl
XQYBdStnhu9Uh9haiVyw5DBgPOpQ2EzSTLxYnZnImLfm+C9MdXcuP3tiB5B/b+VoWQYxjHbAH+oS
HEizkcKD4h44M4VIfjskwghxWSdHQnEmCZqj4wKOVJl2gY7oRuT6z0AZtTu9lWS70BO5Xw/Siakv
udTiWi/m3POxjg6jHNvJEk9dQnyDtgezEip4P+6qTrW3Ps66iw44+5kBO7HDcV8RgvSBBnxTHN0k
VBlIBZMtDcRcWr0TeXmFiDhd9+wJl5TgZ641zd5yjgQq/3V3Tw2imCNcRBOI9x9PFczu/CaNmSVt
KsYNZekYMUZU+emwds4cTqdmJbd2ZG9ERsQnsaxDrqfyLRAhBMDzTa7mpSsJKpzZM+dd4uAazVQh
WIiET1K9aB9nDqUJ8rOccHFDXj1Cj5Tlbva7XZez3WVfjvqZhNqpDzhHRGZxp+R1fLRHOwOWcdh8
6cvKytJVHrTjGuevcUNd47k46MmmJBuIynXd4jl5uE+pJZVQJJv0ZUlR4ordEjAhBmVwJ+U5iezJ
r8jpR1yR0CCpisOm4hC1fioTfVnjibmjiMHcFbinXAxULt70luFvvp6Gp1YdQ8bOqHNTI7112B7O
CVHTCLpmGNVHTLniNmyomotxyHUbDCMwr57yM22e6iNPnr/C5sRUjiUDBYJ3PxvY9kenUZeTVsaR
O5Z9mlFDjw8jEOps/3UvP2dGmJwORxvqGTYX6mUPu2nlAkOA0WFjjpw2XCThX8jrwdHWMfhkwHVQ
w9jn7HUYWNDoqDfU1l6uUmb29S9yar+h3zzhkX2RpDnaT2Op4RMVhOjfIlu/VTBkUdFoiH5DOK1/
z/LGonQJLH1XV8Y5Odzntln/bLAY+RHOJ5Z0+A0KxRdDN3rYdeVR6bamOcRw8ha6s6Y2qXZLM+hX
TVorq6+7/Hn3oVlLYy6bsybr+KFLwT5xrflgx1vdXMkx8q5i2Hfbr1v5vETnBlB785LmpFCPOxfb
04iR3ICW1rPYeHzMtMC9rIei/PHtlqTJLjC/qbmjHV8m8EUnSDdInepEQ1858RRsetspN9rUizOd
+rw4SaTPwl1bIMb4JDLzRWgpWR0izXfAqhtZDj1cVcBSZba3RhCrgBqozwmVPq9O8s6IQnnv8hgl
DXI4TVpJMXdrIeKjdjPcmiXethU2c9uhofK2DtERf/d7zuEknvO8E8k1HX/PrIvjGv8pMFnB1FLr
O1TsDDkPj32KvubMZPy8Bg4bm6fR31KEResFfT8riGTVAKK2a1gRfmu46mT1WPVSty9ztvgUV+8z
8Z4TW5CO7AuYAtrz+aJztNPmqtVYPrlPMu6RvMLGsFsqgfmSKRZuRQXYU8Ck2McOIEzLCsdjK9W7
M9vg56EVHJgUVM3VJWwA83z7W+/z0LGDRtVGd6wU50LpR38zJtLbxmk5QRgaz13pPi9K2iMPTRkL
DRKBOWwvAeEIAsgZcdLRnSsizgNmaIHh+mZ7LtjweWClyiaja7rgWUwhxmFT0GSGCVZG71pF1UE1
7OrmKXRgtmttE7eUDA/WL4xXqksfN/Yzk+rzZ6VtBhVls0lk5bjEKhk1eKpD3rs2VuFXPRU024yA
LNwrvd4EqtaeuSl//qzzvZFEMNcfGw2jcdhXHHMGRYSyxxCxZPN2omEBTgOjU7V6+Xpt/pXyPLzU
yVngytFJam3OeR02lQSVQ8TeH12sY8E09il6okVlYpWK1M9onzuYWbcC0s4NqtwR1n9EcmQxA6Lx
KMBgd9EnqTiTO/18oEidDVjl0jwfZccqQOBRrYqMGIqKp2I6CM4nWBp9Nv75uu/zUXzUdeq4rPmi
Qgjg0z5InTiuW5oJXcGvIQhR6q4uEf2U4UbDdxRtmoHAgUop2wXX2RiLdISb9/WvcGKgCbrMrROs
AwYxT/q/rVfT8WDHxjaT2lLjPVeEZqtWlnqBYN448xA62RT5NEpw2PNR/h42VUcGt5Ba6119Uhq8
0LJAM5dBXUN8lkbfnnn8nNgMCRbz4DJQws3vvaOeBR0joYIsgYTUK9my1TXqpWHqXBiUrC67RqNu
3RjDDVXC9nU9Vf6tP2nn6j1PjTBlrGSIbGTcVAQd9xmGoK7lA/5CmrYfdQOfmJDIXZZO8Apxg4V0
qStuklDfzy2mffx6dE82z7pi87CYz8cPXjOpvSBm43A1LbZgUGoklOOOsmg7sgZ4iejjEVm3UB4K
bGIV+W29tc0YkFiei4Lm1+HRGDQCaUc7VIPrd2nxVuBYuDG81lr0bdmeWbIndkgOHuYyNaFERY6L
WnyttRt96gcwKTEoDRyUt/2AyBvUTQj1Rm82X3/aU7MZ4RGZWzKZGpenw5GNMMWMTcn0KjtneBQ0
4FLh2FxGRXhOyXFqN5qDI/N1Ca3X8UxuWhXjyBCtY2wUer4LMhvcEkZoGA983ad5qz3aj4hRcG5T
80qF7XHJq0zGrvBzTri8NOxLzFGtlZeDIcrbZnpoLKDX4Lac1V+N/p+DWv36r9r997wYq5B8+dE/
/vdN8ZE9NNXHR3P1Wvzn/Ff/3396+Bf/+yp8r/I6/9Mc/1cHf4mf/6/23dfm9eAfVlkTNuNd+1GN
9x8U7Db/SxWY/8v/3z/8j4+/fgq0jo//+sd7jp3X/NP8MM/+8a8/2v3+r3+Q8vvb959//r/+8Po1
5e89fFRv4eunv/DxWjf8XeOf6ISoBEZ/INgzZ2FU/zH/iWb/02ZwWFT8GVs3W0qGxWgABEH8k0An
KT90C0Kdo53/+I+asZn/SP8nJSRc9Il6MWGJ0fzjf/t9+z8z4H+G5DRdgQlxOCfJfJNaNFA5Mh3J
spMuPpz+YViHjgQLvRSgQi8A4iurLgHzqEg/fwVx0v7QK7gmYyTAEI7DL8PJlSWLpLqxa8/bh31o
vnkcbVDBQ3uXBGPwI4imaY2frLlvoojDPeAd9kLOqt4UiQfYwKIw/9bRm2Tf53X4p/dN9U5JQmsH
Ck65try4ulfqvrzWomhm/fbtLdmp5moQ8APqScGIqA+iVW+1lqsPUlnFDTz+ytGVp6gpTbdoVH/X
aCMwuD6s6sWkDuWdbY3mg1kV0O8oZXvDHYaLXhD2PP+mbAtXo7njSQj2k62O50ug76dAI2VdT+na
EkG8z+v+iovGra9rK3+Q94nmhUuIZQ+A6O0lMjFjMTZweGZ/vFfuzuECs90VvrbgucIRF/tCxzsU
H6Ieh/gQ5USRyIsqleUGft4as8ZkYYjgAtfQG+E/9WN+r1hJtQ18q79tRy9dp07vYx7t9/2PrOrG
PRW9Pr9923zYPZ7hYZKkoOgB7ydwmqhl6sc3LQqoWGnTcoc742M+Zf3PGPIbeXJT2fTwg/rAuI7I
52xgs2Q4oOf61ZTbxVOfqeNKilZsZa50jz72L4tKFNS66mrSXwQlBr9NXLfPjTFg294HCa5uYKpv
sBh/b8vZWBX7VfyxYFZ5KW9SGzvHTDbeext0wQZTjObOgKCGj5dPdshrO7coTAyMwK+D4L2VdfOC
bzapWiwm+pESA1QDO1KD7mCWbm8F7XXZDs9QlRysENSlH7dv0gjvLcyrVkMco3vRiwsbo9llk07B
GmsFUnnWdAkT7xJ/86VCtCYpqrdAxyXHx+xhlaXdU6dT0wMttA32AFsVYIJlwS9Ra1Xr6pnIXRnb
GELK9rnFQOFSC+z+0oMHVWOgBpdc4OsSQvdeq12Run5UuVGYrfryNxmFFFY0t10DhuxOlhceSvWl
D4hsVQ7wyIF+uHYDWFsHFHxB1Ae5UBdfVU7fLnmIRa6o7Y0doYotQJm+az0edHkJhAJPC2m7naa1
t2NvLkzhb2AkO0twlpsQLdDCGhM0IJaxAJe9Us1unQSQ/xveOtlkLlrK0belHpYXeud84Ly3UwYb
iE7UXGoWT4XBGLWFT5DvKiBNusLtcE0mz191fXTZYSfh8vpnwRlBR6VXfGkUoXbRzdzMQVHXVoU0
vTEyYxcWhnFd58V13dnm3Sz6W8SyfMfq80lib3Oj2dZdpqsh3P8CH3QMFvnmCEakVF4HZOX7WoTR
faVGsI9GQ3Ul5ldw+cPlkIhELCR2AEvV5EHOQqhep8YUl1Vgm+S/VLnoLGUZEzy7QXWFPV0U/NSJ
YW26ROuhBBom3HvMNFvdumpshW8VKG5WZBeypjAoM/5EabirzCC8gnFsPscZ9P4iuWlqp8SeJITv
Z5uBa/QE5DjaFzgoGM/WkBIzq+zwkgfR2sDuYoHA6MUpQ3WdVfHkqlXw6E2VKxrg6jjxbKXGanLt
PJT7MAyLZ2oEs2VEDg3vuTsrs9rbsDYX5G2uFEPbhWPznGM6swh9DLDRaz94Qfg7G+WrbMtrq0uK
axkSGhAJ7jJp7m2DJIwurKJBVN2Kaqck5AtLJU2viILCCpRwt/SplGtvSOJ3o3Oqfein6oJi2+kP
5fyxmxlJv8oT4V/GKEM3bUzqYFGr6gg6ENP0QjOVi6bg0l1HYIIjysRXIFqRd+gZ+G3qrxdBH1nr
Acz/gpdK4I4ikJt0BHwTT75YqanxNvU4HSS9B3bLzIaNb+r25WhU06XTKcH9iIL9V5jjcOVida9d
d8g3b2ovvDD9+M7TyyJbJYkTYh0yXSXxCAvSBnCcaSL4LcDFbbXOiV58gNfXsqqrDydOrY+BYbuA
RHanQaNe2nY/vFmRYr+OBYDTyvIu6cg0k/oxSi39nc1RtOpKS9tVtp88pDL8TcpZuiaXLBeHn+w5
b6buHsez5Lke02mhi2kXVED5fF/P7pQc7fcSerVeL6JJvCgDF/nMSVdNMfyihvIJN7jc7aNJMZZs
A9dky9/7QI2IozXpslRk4lJ/76NQk6X+WgQAF5ct7s3PoQ25la5irQ3B2jdQ6iYy5FlWlvfZJISy
rPtEsTf1qJg7WxmUnwbsmj3Xj9jG6jWTj6aq2NYizIr2p0SkvcU4JrudHWN3Dt6Eex3LBLc2I8r3
9TDVUeT6XbU3otrvl5pX6U/gkfvbLtTZBsK07d5a0AT2wsMIb6vF2D8jVLMeTQ3C8jIuAnDCdZIJ
ZwvhV3nFUaG973S9elAMO7vXi6B+4CpiL/Q+E6BXW/DNqe/hk41EP1LZtHLHGm6EJaerjgT4RRAn
xcbypvgpN7XnvMS+giMvv3SKwYClXQ2vfA/u2ZMo849xwiSrHIP2D3GldHSTsDae5Dj4QDB9nR0S
r2WUA5VxG2ebnOKs5VBn3b3eWqvSttBCOWqI+YrzAP6BAIZ6XVbevRJjWGvMxt9NH63xBHgC3On9
Caueqh9D2dYIjxLrt21nrqLKTUOcIA6nN1Vfd56M3QBYZ0RJqTfehAnoYDtumyXBkp2pda92p4Dk
AxbNjhcqxdt8Xbw08ta5Tf0act0wedQwBBK3zTZ/LTtPcXGQgt5veVdW2W4cyRrF59TVHYjzyuRb
T6bWAr0GNHmlJmzHajz4sJIgG+rGtKLOr77rIk08VSynlM1/KB8i8r4rOzKdWzDW9WtYtdBCW44Z
LwFK106xwCwusnfkQxBAANVf+w1gXJy7xIdA8EHgcHrC+qLn46TVplBb8zd4zmDF3avmBK3SJQZE
5V1dahCep+QB52e5Dj38oSp8YKFutBt82d9kpD4TaWndqrayazxjza0flezquTf8THADVvGY1VmX
hML3vp3DxEVRHDrZsJjQxzyHjHG1yEbdv+QQyj66aOSWMvXAO/QCXDIEBbBHOFj/LnG5k4pd3eip
toqKwQK8Hmf3ViGhPpt6cKuhNftZVl13mSld/kSk0Ljp26beClzVXKh12rLoB3NTJk303mUObPha
n62mDeOp95Ocq0BW2n8MRNEsVasUG73gOgtd2LVwQAhwgcNx62b0Abu1uZulsA8k6RhTbFNAv6tI
CZJbUGLBxZTr1XaoG3vh1JF/o9pdm67CKS1WEmsTVwOnt7I4YXeZHt610yh/WGhRrvuJOG5p5RDd
QtzFnsgC1fkyT4HXw3kenYJtPMRe05ydAVVIfoHuKtGvfoy3Bu72OM89OMk+tKcS+9hBsCqa2VIA
V7wIgrbt7aKk0/7gV15vCyp5ZGg0F5UfGpdJ4ZdErcMR5+Ix3VUVYrmplfqP0tZS6mOmhNepPtOi
waRRUpqWtb2wpxAHA1nhZ8PbqAbIanl7v6Vsiut95DuY13vaRWUOUEzNyTQwNu1kzCo1FS5nGDbW
i7/meZiPxS8cX5VVYTUbHHTyl75JsK2dUF/hKxpxKVbVJlxwi9JmzRm4Vr3O8JdkoWWLNq5Mitqt
wFhVQ1b3K73HWxT7I0d5dCplnHZ44OC2rI6ZjUeqZcw4ZBSHCWVOC7OY2h99hRMT8AaAgaaoRtxf
w1Z9zPxY12ko7PrFFCWG5ia9igdzqtrPcN3jVRDkgM0LQz6OwscDBPB2fD9Q1bPB40iu/QyDZnU0
S+wRhQLXUU/1ZVeAJynGsCwW0MPHx6SnqENgmnfD/u+vI1wbVnVTQS5O0vAGtky4NuDKvOrRwIJW
IlxpdWTzr0D/sen2Rb8e8vKxq8EfIotB5zhlXDTMhtucHmk6Bcelca0EW2saxT61OJOMuEqvzaqt
LvD5Sh51ngFsTDzqOEDMZWrwC/ToWn/xddpdGcTCDTpq0PMaIkJRSGvv1e3PwlAt8N+NEiN0Cq2t
pXXTrk2BNi1wms5uRpLt2wH/koVR+DiDVhFXFQNTcUKv8qJsxLRJlFR17SpXLnsFH1ulp96jBTd2
6XHyrVIQLbssCsptZJnKKohKANmFbNMXACvWLirsyW0RkXKCkA4pZDpu+VccqGrFo2VTY574Q/Q4
M7k8WO/V0nlLmb+AAfDf7LDjaJrUXylNmSyFzjsZkTLPomAGd6eNOd5g0mosg7xXFiJWMOUR+P0+
TIFx31fmhV1H1qoR2i0Phl+t89sY/J0e1Zuu7Z1dmIbccQnmhGp/D2IZprDROxdOYEjc38xwx/yI
kcX1zQu/KHxdclkR5g9KP5e8lVHzKmLzAyThZUcsczklPcZD0xqN39VQwpzEKxQMsgz+GBYrQlEL
sTRbnQcD3ksrGYHZtQu5H8z22akVgDstBltO6l1ViaQwoEmS68owM3agxN5i8mt7Lu9i60oNhFwU
/FMWW8NTM+blwrOx5c5VhUk8SI/boQHpLsOCglsvLGNjb7bZJsy07BKDu6VRxesB64SHasJITPHy
aVNq1s+OUu0XNsJ424fxL+gQhr/MlcKm06GmPKsZhVOE3awNQ5+7Hum1bePFj33HC5GtLeR64TS8
FXjQL2a6333ueURztcnr4wUJqWTjO2oUrWbyD7Wouedq+Flt+IuAWZ3hAZ+099H2GzdQmhklipUS
jCjvtpQW751SPhth5uSkl7xoZzpR+xZ1GsxHjZL5BUsHKvqw9p2oWEDaU66l7Jx7TMl4FVWefVXy
MMIX+iqM0+TGImpzSUmPoPy1FWuBdtWyKnvRy7JwB4PXkVGPV96I5xwVFKumbK6d0nmPWltw+cm6
RZrgLqXol0ZY6m4sSscd7fKptZSHCn+TpV4ieg20+idyj37Lo5L5ajEcpQNWtuxEt8Xu0aaHHEjQ
Kj2qOi86a5xuwEf/mky1W0qjk9um4wHK40VFt4Q3TRle60rl7wbey7LgZ+h2uEGDESxAwFBUS83E
KvLTTSg0lwQjFx4V5wy/oXVQMK9hU7VsrPqvyCrtVdZjfzcZOEp3rbd0iCutGD0c7JUEC3TKkUnY
4p+SJ9Od1mYP6M13ZcGWpFij4xqRxSZsasVa88095+3CU7yHWH9T9L7boO4e18ANwrfBJ0pEmOsi
6eQvWXeXDdf1UtPwIq44jPNYe+CsqG9aQPcXqcwJU0DP8NvevMQCetpJL9viVQSf3PTWXdXclpmz
GmGFpcgKt6g2AcD3YlFpGhuOn2HxSLxvWTZWt9HUxAJcb4abxPPGtdMXoyui+gey//amRnKzAHH9
grYUU4U82mDiOmEHiFyC+/i2mCG22HboCyOtn/o0WhtVtM/T6ndh23JFlRcvVfqFvX04XWR1+WJo
WXUHCvqx8bAfs7ADXrPDNJvMxMczIV6whKG4bU1cLHmiozmX+eh6ZuUvsdIBihSJZqFGzbjCBvsO
sKdkL1W0N55vbxSMYrLWp/quSIx6odeTG5eeR32vtTS5Rq/SGOMV3w+ypdFhERCWwCuCwQF1xvG8
6Hxow4L/kwdqeKmn/k2MoRj2UWQQq5TgXwimGhaMeoUW1XMtI3oC93mt1r66tavWZOXNRshdxZNe
jIM7dWnwHmK5OSOKG+vVNzApwpz0odCH18YQ+B4jqkfUlPKN/Al1fTGUCy0iilE11a4UA54jmYfL
j6bc66K88EskuB7F2ggR/K2fENFTYx0rsYLb6ziUW4FZDG6Q6k+Ng+fGTO0rcGD8RqMbNVC0YzW+
7LPsR1tp0VYRargWVhXuNRuksNmuenaUa7wdLHWeJ9nWGJjlQeo5m7Gx77h4qCuB6yRbf7tMNYkX
c4lhDuD7RZfzwKQsBm9Kr/0TcCn7wFD1HXt35JHxiHeWb1cLtigyRqo93pSlscXnjdep74Sbss0U
N3Cae6vDzgG7zyXGps192lBnGyYvhh6VOwwCAYgHNjZp2l5VijuRiU1lKOKP7XFPDr1NXEw/q57r
RNjxwJhSFCETAYsFb55qowjzpcF445fjdD4OPt7S0JN90QXvkkNx0Rp8N8mV7EVL+fAdJfgCPtek
dd1dPkSXelOvzSIBrxBb7RIcMTGDECjBkLi+zLJHM06DzYALRO3X2EXqY7+eRuO1jAWUuGaveb8g
JmOZPIQfWGOFKCyYgWQUFbspVhr4G2RBVtZcWq2QbmUbONUH4m7oGC6nr1ZeHcymD+nGg/m+CmTB
URtHPk/ObKV761CkWDY6Oy2G354nvPuSJCqKxdBA4F3ozmg8icD4M4sV98GomSDhLWOtBKLat22u
7O36l1p2L4qJsZAfGa5Vlb8BMQB+rZtk2fIWxAg1wl63L6g8MvvsjXM24kaPxQf6vG2cDT+HSRZu
0AxUPJYflamvNIHTaZ/iO538X+7OZLlxJEnDr8JbT5s11QS4X9pMpKglKSpVSeVWFxlEokiQIEBh
4TY2ZnOZh5jznPowtznOLd9knmS+AAgVA2SJmYqwKnazrKpSUioWDw8PDw/3/x/E4eqLOanWqAaF
s6c2g3tmEowmPVCxNrfGswko/gjjXoRlZTGtfC7GE8s3F2WgOHvxbBNfP89Hg6k/IxX7ubS6Xa7D
1UU8WbmXxL9xW0LyYBe3hlPqLmMOk1W4hlEleG5t5rW72azWIwWz0xxDzvYI3ACMqebmkhf20lcw
7KBHMaudeP4YXpcBqF8V7dDv8KLeel7dU8bXWRrBlTn9Zb35FJe+LnyTwtEpFyvXu5iVp/a66l02
5jAaziNvcl/bAA8eT+ECrUWzBSGs8edw4hZvRqQdoI+3daz5Q6lY2bS8ctEdjmOzdjHzyqV3dTPY
/EQ4s3wxEW/c4xKcvZt50aOIovR4u2RnOUWvX5883kWA3FwtzGen59ZHczDjVx+XkJpF1XEXNF1s
f1wsXjRWRXiyjMcvJjA11DHCtbApjrsVaqp7iH8FE3b1+jGuMFB/7D3AMYSlmtfiL3HxS7W5uIQo
vYNbBRVoebZo12aPZEFWjKBfmRFMWzbMdyNjcwNu9fgKl2QgWJvh1+2WAhPa0cWQhP07slHAHIrC
YZN3GNN/XrRct9Qt+qMrYFaR2GbSgTKWAEcNvClz2poY/gVppTA/g+8N+o1bvtzA3xCvHo3ueFWN
O74xr3xe4yjBYLeETGE5W7YhcAYefVPa9EYwKVyvHsP5JdcpF0d7Hv4EywUkfbwYQB/kekRvaxFH
dwPayKrbXhNdgWNsQNXT6LI+r6y+TtnsXEDg4Fr216Pqdc1BCf1W5F7FzvTGmDgd2ITbggvTqX8F
MhDeKX4zrsXvRsvxurfhpehyDmPrYgaGpQOs/ZqICmFxE/8XfY/v43r5ct2c9IN4srkIvNHs5xCS
UShqiH0tP8QRtWjlxyWnchB+hFyl5azxmwVOVHtG9su71YJnC68REO536oOVW6m1a7gS61JYvKIY
o9oNapxUBMGCbmXtdUbLGMB5nwDCc52NACpr95nAbJlTz/H9FvUasE5Nnz0fdNiqt6y2ahs4Plvx
AqZnEf6b91YbOOCnpcWGuMkSowJ73rT1OAp7BEh/8ede0C4+PmN4ocKrU0tghO8hIqx13HGxCFcH
x2SZG9f1uhEFFzhrD/W4WL6OqL27huXCGbXmBn4PGKTLi9V4CYVB4Dd74fMipmB50mRfw1WGZZ1A
JwQvUf1jfcU5vYybTfJTq97NAjqeWXsDudf4YlaPvd6j4WOYOINGndJz1LgiPbnUIX93fUF3zfsJ
sfenYgla4dYC2rd2yZ/NL+vPS2L8EONYFT++Lc5qF4/gc9w0YR77bFYh2+WJvny1WD3Hl1QbTG5M
GDvaUF+PqAdZQGvmPdos7nNnAcEKhO3Q0EGGOCl9LrowlYzxbcj2guzW9p/HsOrFRMSgy523Nwhy
UCWL+nbs1ksWJGq1q5oXLb/49dUKlsV6PUHwv4ymc/cd1L8X8TOEGoRDnfJXoM6MHiGh6tUkwNGM
MYTvH5vOx9kmerxdART30zg0a0+LUvgMyQD3hIsqbHkX67g8/hRN/Oq0NZ0sNneg9kx7bhRNL40V
HAgTo+r01st4/iWub5rvlsXZo8D3hHa84UYX5fDR7HkruKZmG8+C8vUeVgxIBUrEksLqc/GGIhxY
QLwgvjSavCewYCW/j9s378agdHw1ffhQcOlHy0+r5mTyLgZQlzjTY+X9GmamEbHIJQS7VNx0q1Nj
019N8EdqcCzhd3gQGEUrc/S+7uIPQ2pRu4rcRqNVrAeNz0sSMocQ68QXEHD7l3BYrDvLoLS5XGxg
LzXKMG86y80FrNLGBzg+/RvTnIdfPLO6vgULy+/6zuZxCEghMTinBfInWLsRkMLFx5k3XNYJZFec
ehn2kPBjBLgg5qY42gxh5J21ivA/XhEqLXf91adJOC1aUFs8cjOqRdfmrBT/FI4qo4vGBoCQiee4
V4BZTNo16D264WO44gjDuZiGS7F5ntfTNlBRcGbhF+HjPZuP987jYnldooq8SwZoHZbSqoeHUHcH
8LzU3gG+PbsmxBCt2vUFwCow9kw/BNzwO3+psJGDWYPo7WayqLdmi6bXfdyEVeKaG7J0R6MGhEij
MSamEtz/o6Vj7GRu7OVjvGQpiGyKhPzhwX/bX8rSHw439J0JHvn8jmRESW7Jaw24Fiko8ZAUkGrp
TEAhCMBBgTSRUA+4Pqxd6Y8rZzVYHwCDpyA/+ZCGCQvGjoB+SwSvz24/8WW/ndcmYCfZLyLFJSnX
eiHmeJHlD4igUj+DEAF0sMMiMJpnoEzyOgGZZPo5NRGI6lglCVQbZ+T1lilpqqWrTEbPjhKY1TNK
s8mpBrnwNCVAMpCiCCqlM57AkmS6dIokCu6IoFg+I3+R7H1KPNJPuvFOaSMIMAIlNagwSQA2BS7f
yxx3ZGCYZ0aiH5ktODkRmCXVnVCpnkG3wXloQm8kPujVjghM7CGZiSAKGumPyYk7MXNYURVBtXbG
+tcAmSLXOvnkRUDFNqZCJNyd1twFOK3SBihXWH1ydyleSTcAp93O6pfLZ8CL8ECabgPq205NApSh
KIqg2jxrGuD8gJd50AaUzurUtyW57Ke1+IAgqU6dDNVKAvmz3fvyEVA9q3H+URdLYWPyOT1XqJIO
Kc17fpMrhCMAcDf7W/YA8IESvBuguV604sSWX/DsKG1+TD9g/tQIUAl0wO4ZrD+IFdRekdN8YnMX
1GRKc6+i+pSukdpPvZH47C2/USYUgGlMP6dn+Cqqhq/SPKOoFuBxtnjykXd/7azUNEHwwEU8URGo
mr+KQb4/K0+h0vYjHX6YAPFtIK9+lc9pbQOBkai0CyhRABwA9HlRsb5z7nP/EcQlwMekMj4hp7+u
PGfUvsLNB6uf6rXs8mD1qLEQ16LtzfAEd76y8WOOQqcFw2TykUVAHcxWyie07oJFR0nXq1x02OqU
u25dXdniN9jsBjWZzRN0chRnTriHKjaBySTf7YwK3j1AK8CKp2pweqq+XY23+3flJvdXKrnqAnB6
x8IV62fAQYP6T5Qr/aTH6QlpPFjL6gEO40zA3ApCgO00JSmYxhkQmaAz7MQ/TuuIa1IEp7btOeSB
hoFdJkUWzsU3DKJgDW5+QDGf6B4AT0ZRBGVsG6WLVXCKD5n7Moc9oIMwT56cn8/dQ3Huoj6TyBU4
hwfnjgnkQOD2zz0v/ST9nZAVEJXHShtArD7pywCo48vtWED2PrsC20B4L/mkHZ3Q1JVDO7Uy8Y0a
lxwwXpOPfOTj5QpqXAGQlX5O7vzDJQElSDXIh5cv0CaY5kHPxyydUcHMGbH1Ak4vyGcKpE6lTUCQ
DzwIirABg86UfWcvYAbwCgUD9HYvnFyUexuDebsjVKmckX1PvIO7zyEJ4CPibxAOSQ/cEzID3NMU
V78motykw5ByJpnAInX9EFfzCkaBfvo5NfMvGK7VNN88g3oRXzILZck2UPjBdY5H4DlP1QgKHAQl
EeADEMloEM6Sl98kxAuo60sigAiC0NEJqT7xR/W5AwhOHC8L48lX/QYQFcDC4fpt9f/kbkH7gB4/
mvCB5cPFI9wjbvfJRzICHH+ClbTcBMom+ZycFwCmm6IW4OIDCYQE6tt3blkLOP4AMTDh3kw7OqUd
oJzqgfdThzsMHKjt+ubm3jwzYdoUcNU/vPzfIaeX5Kn22HGHSdqUY4c7UDhH/0KWVrTfwDZdSOQE
NdDfBgh5sDMadVYSh/8FbCb5RQGbk3aVJhKJr/8moegkdm/nh5kd3P317YT3h/JiNfd/JCc+/fjP
d2YJuYzA1CrzrwBYBmGr/s84SxGOITQFr0cZwh5upuqzxG/cWVpp3UPFhU9dUmldM5W9duzACgbj
daL36+1KpkhM5zM7cAaWV+hbM9/aRWQS7t6vg93DenpxBV5rvWUHs3goNWtqaLbvuz6kMIWb0LW8
YZiNU+zAsobm2/7ADwv/0rVt1/FGfz7UjcAHUxXOnYCusgOv0CM/2vKsQ/1UcRNV+2n7/vRg2xrm
cOlMnGyEQvwCRFF1vJf2EH2N7GGhH/G/sOD/Ukiwzzw7lEHDGhoW+zKwvcG4IKDA9tvXIP1t+30B
RiYWG4UtnHsR+zFyBoXbvP4K8D5VAV7F1ixrRSyKiLWqtnltW8Fwq0XJHHqDC9+z3Ox70ibkMqfe
Y9ehXpR04awlMRMShLIvDwLQfZdRao8DcN5nVridTtZi2oGGkd/Zy0Lbcu2h78n6ylGZdfb24d85
sZ21kgxZQO2pLu8ny4utKM4aStvlwqfa7p0VB3KrOvasEPDPtiWMfzbEZMQNDdpx70QD8FgOHi5c
XbL+3r5+99Y8tgpiClRdebZ0OBrinUVV5vcIRpZ5s6reKodUOLZc99BJQtRGvYO+5XhR4dp2bc/6
S+E8HNiAr3PIC4P5IHYsTsrQKrRjbyzJzBT5oKoye/Cndk5q3Mh1tOuN5NEKonjl0cYLy5WW2BR8
A6rNfmZ5nTAR+GUcxZ488KqGHvacTFOkzqqOu+0687kdRC8eYdakMApVjG5dsGwRWiGdpJKgbKv2
+NFzdvyTHlX1QeF9HLlr/MVDG4RO6RkaGmo9Gk2Rz3902ofueL/P9Y7ovED+FsXDpPWWBaHdP+H1
rgz92K9IsMm9Sdj0H7ycn+CFLhgJ7ZY3rw4TScm9s5D9GVODSWgBL+m4uzu2rMHrFutp7zYqMuhU
d31bXDtzuMWCwEO13c4gtoZ+kDUkrBYgxcrNbm8eeBlcLrPmROMiYV11zJeWOxX+1yFrJ2gvVdu/
ite5UZMBq95sPw7YGjNJNajBU2/43gqsUWyts5ZSf1SD33Vv5x1oDbe5j0GcH2ySY6q6ap9sz97E
eFK7YiAcmn35W17zH3fYJex7ysfbCR4DMUB0livba5HGo7rERK1+8d0soJS1l9isqgFjCvktcIBV
RDZj46im/nHrTtIxoXouo1mQ9K0ewO4Utg7E7rc6ol44e2qQ+sp+kn3ztTjqeRA/SXtKg8UiCOVg
BBJ3v2UFT/k4bba0v7Vn04Dzq6P2RjEg6vLANZhEMVoOTDnkpCHw+DC2Cy1rbBEayiYv9Fowl6ju
mra1nnF/PRCwFsnAyq3ntEPHVe3CnzkeLwPZ6JIdriG+krXrFT7Y8/jJdQZSDxrU44qIriU/Oog6
JVUhE1Ud2i6cH5LzILL5VFu+BonPyZpJHIeSBkG/Q49z6wfRdNbN23c1gSCuF85zLgopaOJVBdHz
vSi0A4L/WVuJNATdmGrT97CeRH7hgzPws8aSvS0KzlTbTiNXXSeK0uDJnb1wZAtS0rDJ015u44F8
ppMuoD4D4mueM7SGabDNf7JGspRE2puqlB7iYJrKp41e8sB2wBiSHKDeUSqoT45HBDFKZsTLSyG1
CgRc5ZXR8ZDXCti/4bjwyQGO+aCRJ6dTfV4f+6/2oEGRW7zoOIFk30xRkKu69GCRWwNLVqm6BhPX
t2SvKKG1Vh1sX4ShO7jPvD3FsrKIcizl5pMwNy5MNP72d9eeSTfGqo5H92QCPYsebImTSWSYabND
6SlQ+JfLwGKf/TmTi7CpZSKuR0/FQz7y7xTehB1U/EMpCimXJN4TV8h88N/nEnBo7jupSNJgOrv3
h2M5PFvlFIsgqong+4BfEdZO3q1IOv6dZ/nGhJQrGzR0+YhraDjhPsRhLnnA1OFkPXz732DqrGWT
KSqFXjcThzTg99F+srY0hPNPL97RJloo+/xlDa4EToPt5Z+ZRXbm68t7/Grcs1c5T9TQEfJNXZ97
8r0CO/F8esJPp8IiG3Hq8x61zscnIL2ASa1XNNwx2siX6FVhm50mtV8vCd6/31wATuzvywIh6erp
ybYk0bxEhY61/8dt4HqpDCsiTNdlkjAJrTa5HUknxjYI9coWVcw0PDR33ccXvLG8Wf2+80qVPnEB
OttTNxvAa1EuIkYBPl2mkmKHCVC431TQ79XP9TyQ3U8dT+VX1sYirS5w5tkIk/HquAXf4AlKjRoa
zMxNGFi29Dpo6BAuY32Wxioq21RX7J0fDHMi0PFA2o2XxIey4SXLpSPZ49Z+sjz5YOBFPOvm7eGh
98Q5s1aSwdY0nAc/AXkaSK3qyGnsW/HQKZwHVu5N19SRvtiH7lcKnpo64sjbY1eMudCZOSJNVr6i
6ojwfYZsl0C4N92VOEkh2ZdvV46v9ky+k4JnqN7qnV9A6f4UFvKeGvwn6q1f+TRb6MdPQ3LQyJWX
tmIFXdGwaR5i7+lQPEzg3xh1HdHr86e40ItDSSO3rWuQ0b9+6PQ7Hz51Lv6tIJRH5Dnv6T9pReQ/
lQWqL3B2wJ2d8rMwGcwVdf/jFR/sjyr3cLH6sl3ScEqfe6SvBJJuabiyn4snbHmshoazpGW7IyeW
EuR1nP4tP0SwyaXr2g429shf5JKwdATRGbyVcwt1hMxbsTsSRSiZtRQH9/EoxvFb4oXtzaxAOkd0
GPybADHIud+iQFvVgeuEpJDKQtCRsN/e2INxrlkNZ+mlsxeZEEgdqkK4tALfPnQW6ciSSqPF2SCF
lomqctUhXzlPBAtyHmJTw4vLFY+GXmivsyGKATc1HJdXlMVZntysDjkQrRpIoUiBWqMq3Xbg8xIi
mQZDYJ6qtnsdkxofSEJIIPVV270Z7BmHBLpCud3IcuXR6nh5fWcHOQUDJUBduO9wWXvWWna2EwRZ
VTHcWlEuCxjwOvUB3zrROM67JgY+mLKe9V1/YU1zCiwAi5Ul4WDXeWPD382FfyoazPttvLJnT34c
jLKRJrdpHelCPd8dIhOpXR2FpqRvWHJ6hVHVYCh6wrZLgxVADKqrd2eLekzhRkgX6ATNW7ltP1jm
UoF1HM3UqOa8HkPH1fCeOuR4ZMlRNh2PHB98Tjl54yVECariFTvazjesI7e1n1hNcmHkVAUdt47+
PBcjTphDlCVBHdgThbnZdhAmwtRSYb+kCFuK4yXgX8rjXTrRJt118pA1bOiPUxGGl9wfHr+zbt4e
s9qG3LqUdg19+dpY0eALfsK5EvgLbSeSvAsT6BBlIycS6kjJHwWyQuu41fTtIB821VGITFKYnRT8
56LI5JZrCFQkkAs4RoMDtdkpzKuqhnf90F9I0n4BD1Rt+tt/CPN/6GoGmJzRAE+uYZQbxDzLFYFV
+Hp3hx7xfp8MBF4vm8oveycYWcswHSRXBQKv010JwCb/KVfil9EYv0MUjGeyF+eiBnN6ztn1ZDkT
uWENzv55wLuI7ClpCOXwhDNySVoPx7ty0HG97FGcR2BPalbHgMdxftE0hEVasIjazu5YyxrG2ra4
nQ3lNdNxEe4HjkCFmUpmRIejQWKDXAaq45Z6DWNjoSv+0z//sCtio6Rh5W54V9gD5TF0FDPTsrx0
hqHBPryz5rJpAM03E8rbHdDuOhitN3lzBhuYetOpP9T1gxwMiQ6QigTxCN3Ya1uDYnRJY5mO90Wi
YV/fWrnCsrKWEAbp73tbREftOB7+iMJ8yVoYAjz4dffv+NMNUZehs5CzCwwBTa+hYWudy8U1dCSm
39nzXBBDBxqZKOwmonzI7TZ0JCbfE5vcU2Qdjxf3QCCAi7JX8aKljJ7LsDVna2fqkAQeDA3a8TC2
nHyUyxSAwapq92BNnH1Jm6aG3f1gOUvZ7kNpq2HEFEwJtzCvHaYOi/Rx82QfEIeO8PInx47AWMgE
kKiGDlP3nnQAf1G4iYAUmxf+WuhEfuBH8XZn7nYnuIU0LMC2wy5ISOHYCegy+6NzqNN6RUdcuj8n
qctdH7I3JP7q8H16znBIkKVjhdGu0NKU29/eZ+F3Jq5updYfO1NfYHb9tfDyx7Tib7dTYgFADB2N
VnzXcWWtLRYocNz/+/f/DKfiq6tgTVEAI7i2nohFZ6vGTFJrIlSTdPJaWQc6zIMz84PirUh/ktqH
6QBi1+xbb3cD+zaXgmmm7uFfLxzLX3Nfcgo/xd5Qrq4TPEtmXUOnF/506CPAB2vKNdKZSX4GYPXk
oGtYvK4VA/YopYkIvsMaiPjqcru3iq5THJCBUQzDOGtPLP22j6MRmuPax8PB6EDLGmzQrTWPgN07
0PjRg+uPC/HVua9mqfNtAbgttP4fH1nLHYGVLO0ADep5Lvx3qVENG6rlRyEuidSsoaNd3BEpqKbD
fWpxnnMd31VxHR5Oe2wNd9vU8RaUQVaIFwpRVN4Wty+pEx021575A5wA4IGP96dBA4lk2YEvlwIc
z809bhTbYHQH8mVaRxn8S23YLylweSaj3WXQkavetuZ24ZMdDKXjXPAXql5FLiYOiR0y5EdNQ6Co
M1rPo2x44oDTcavuPAMM7GP33AN4tcdhLI+rSQf0hFyMSMdDYicaO/5cNtc6PCIBEnRF7FduWQcw
8BVOqmRcj+NnHZfuFU8h0jFw/GnwOxrdBy4uaYhGtr/9T2QXhn+6Wfg5FAq4AzO9frsD3bW9tSQK
8fylvJlvnae8V2DoCNdzkfCjsXS4QEKnZbw5KeiAQOlxzxpZ4UB+EzJ0HCOkMfqRfKeCR0hdEAQ4
raXkdcBAqKXZXKMaToweB+kgn1qnQXl7wLODXROH2byTa1FNw15OW86nfxk6jrmevxH2Nw9ApaMC
4M7BxZdkoePISFqVzwtDB5RMih9fbDlhmAd816DIH779PfYAYJfEoSOh/AM3ExmqAdLbrJe3m/e+
vR6Mbde1JWWGTlJD04K8o3CeOJxZa2KnwFqafakybhK05Bu+qQcGSCCpFW5tnlCzUSaD1vHS2Sec
lnt1MnXUe/dBoZQ0Dg6tbPBvF/GDL9/STB0Q0/1v/+UXHvzZt78nRV/3wbf/9gaOjA5o6uAroTjU
yb2XkeKlQSqWt8kbaBgK1Rv+ONrb4DoyI4gTTElhKFxaoeQWmToSGWDDcnI+vanjGbVDHEbAJWZS
TXagjgP25707iKnj+eFnZ/ZkPS1li6GjhD9NB9jf3zrAyFs8zjzgzElhUkqNM6G/3XKcP63l1KE6
L4akXjQrjToJoxjq4/epPy4OK8Ct1SOxu+MXkiSQu/utzi5CmRT1zX6SffNVFBW41jay1mkwcW2f
x1MB+ind+7TsaxfGPHeRx+3XgZYI0Gxkc7xKY9bBsEOy1hAkRsk/4pVFfZfcIeAE/j5rKrlGvArT
9J2PifdEL+RHJ+N4AeYh7XxFZ4+h6h37+c5jIvy+5NZn+v7a0webxiOOuAfFRPDl1/Di3/wBAFVH
/s5JsEjuucbiCSgXW9lO+TtX/oUjT9oGSfK4Wrt5V+pAFOjHRtqJA192+1L0CKVhppl5h/DPEgA/
pbYTYIU9952zYs/3+zFBpEf8gTGnXDtKY34vdoJ8h64dIGhV6uMelKFRHgHgENltrpcYsLr1B3vE
ZRnb+l3oc+iMlVPEQ4id6h21KJ7kIamfMGlmO1KY50M4curd9Yhazkn7mMlLdYhSSkNn1mgc2E/S
rA6Au6p31M6wAqHtO1g1eoj3+Vi3bzylDv3aDvre1jkbuPB1/u3/AQAA//8=</cx:binary>
              </cx:geoCache>
            </cx:geography>
          </cx:layoutPr>
          <cx:valueColors>
            <cx:minColor>
              <a:schemeClr val="accent6">
                <a:lumMod val="40000"/>
                <a:lumOff val="60000"/>
              </a:schemeClr>
            </cx:minColor>
            <cx:maxColor>
              <a:schemeClr val="accent6">
                <a:lumMod val="50000"/>
              </a:schemeClr>
            </cx:maxColor>
          </cx:valueColors>
        </cx:series>
      </cx:plotAreaRegion>
    </cx:plotArea>
    <cx:legend pos="r" align="min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SK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DC97B-7308-5F41-A06D-BAD3218569A5}" type="datetimeFigureOut">
              <a:rPr lang="cs-SK" smtClean="0"/>
              <a:t>3/5/26</a:t>
            </a:fld>
            <a:endParaRPr lang="cs-SK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SK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SK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3E3BA4-A685-0F43-A9A5-B1587836086C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254646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7A0C72-F29D-0A26-4689-67484125E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1DDFE4E-AB15-9B8E-1FD5-0B516CF32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A8358B-443B-EF38-149C-3C30CB5A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EA1F283-F16D-8D2A-4CC1-7593A943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6A531CA-B40C-B860-9E63-69DB6140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83078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4AB6CD-7FD1-1647-2A5F-8770D350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313FEF-4D6B-1570-AD8F-0EB2C7BB4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DD2295A-0242-97EB-5CE4-6D09A0AC3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28571A-0A60-44E2-048D-5F4BB772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EE47E38-4133-4D49-61BF-64A00B9C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09447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A296E4-2E64-230C-E347-8709BC12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2358C20-8334-4FF6-27F8-64CE5CB17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E7E2E8D-856E-FE5F-6579-A974D20E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78EDCF-C745-A215-961F-06B6E546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3AF6A8-3FAD-28D0-6597-B7F53944C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16099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11D8D5-9599-EDCC-5339-9BFD4350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AA9727-D343-FDD1-8A4C-48F8FC5F5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AAC7537-1945-EAEE-7C4C-985BDBEEE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8680B03-96C4-7AA2-80D8-74713921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C87509D-B15F-2A4D-0077-CCC8E454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C976514-69A2-39BC-B12B-B8072B85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19766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83DC31-F4DE-7168-BA72-A992F063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81496E8-25E5-86A8-BC1E-F7B0E9D3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5F89605-47FA-0EE2-00AB-938A5AB3C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9234870-4149-ACEF-598D-C0E828964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8404D93-8294-E5AD-80B3-6EC62A9AB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F281B91B-11F6-FEBF-456A-BABFC8FF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EB64B2D-626F-DAD6-8ADB-C3784E9B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07A28E3-3886-43CA-53D6-0EBE01FF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275666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B433CB-425D-EDF6-B479-7D13DC61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DF0E151-D9C5-CAD9-93B9-B9867BC23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765B2E3-C606-923E-EDC2-92420AAEB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A0391F-4AF0-6C7A-B7EC-A804FE0A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02994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FE649D4-E7BC-4E89-5060-2E916FD0F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C23602B-A60D-CDC9-513E-EB8DE7A6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BA79F09-760E-CCD2-2873-F02E296A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69825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CF5686-512B-05AB-A09E-8C9A86B2A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4CC9EF0-F124-BD22-C210-4BDCD58F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B78333C-D031-4EA4-D231-F09670319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12C7ADA-F56D-A02A-C0BD-0A255630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15AB258-7E14-D5A5-3C4F-13D43ABE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040BDEB-771B-695C-9284-BD48F70B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123367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D18CA7-D4D2-75A0-BEC1-BDF8DEE38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2384E909-D697-E199-9360-F851E94BD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9E76F-8B05-B6F3-06C0-E64150184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B3FCB13-C0AF-513E-D83B-0202B3FB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4663039-6E5E-E46B-6739-6BDB1603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9879F62-F9BA-E070-C2CE-5115271B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84267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D29E99-5FF6-2458-4536-7BCFF072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3D4C5C0-EC06-7880-E8DD-B802578E6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3E153E-BEFD-35E7-A7E1-8EC9C94F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A96E680-10A8-830B-538A-8B9E2263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C15A0C-7985-2FAD-2A6F-7A80A205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80032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11DAE9E-2A49-0E76-8D5E-A3D4355CE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B789EFC-0E34-68C7-24AC-F2A2A399B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ADFD263-90C4-A273-8541-6B794384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7E49C01-8D1E-AB30-83B7-8F553E2C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802B6B5-B065-5481-2D55-A2418655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373717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9C70065-0A59-658E-A667-9D380E64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cs-SK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99FB811-9113-EEA5-8A19-A1253E8A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SK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6CF5EE-F861-1006-B567-2AB9D5C55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67004-CE3A-314D-9156-72A418A87497}" type="datetimeFigureOut">
              <a:rPr lang="cs-SK" smtClean="0"/>
              <a:t>3/5/26</a:t>
            </a:fld>
            <a:endParaRPr lang="cs-SK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64B32C8-CD57-E3FB-F7F6-D42965A7A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SK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1D90F23-2580-5478-705A-CF9CD6DFA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EA71D-0528-AD4D-8283-10CDF6A87B91}" type="slidenum">
              <a:rPr lang="cs-SK" smtClean="0"/>
              <a:t>‹#›</a:t>
            </a:fld>
            <a:endParaRPr lang="cs-SK"/>
          </a:p>
        </p:txBody>
      </p:sp>
    </p:spTree>
    <p:extLst>
      <p:ext uri="{BB962C8B-B14F-4D97-AF65-F5344CB8AC3E}">
        <p14:creationId xmlns:p14="http://schemas.microsoft.com/office/powerpoint/2010/main" val="421050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eurostat/databrowser/view/sdg_11_60/default/table" TargetMode="External"/><Relationship Id="rId2" Type="http://schemas.openxmlformats.org/officeDocument/2006/relationships/hyperlink" Target="https://ec.europa.eu/eurostat/databrowser/view/env_wasmun/default/tabl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70A651-8092-8B63-0149-1B0732DD3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 dirty="0" err="1">
                <a:latin typeface="+mn-lt"/>
              </a:rPr>
              <a:t>SmartSort</a:t>
            </a:r>
            <a:r>
              <a:rPr lang="en-GB" b="1" dirty="0">
                <a:latin typeface="+mn-lt"/>
              </a:rPr>
              <a:t> Bin: </a:t>
            </a:r>
            <a:r>
              <a:rPr lang="en-GB" b="1" dirty="0" err="1">
                <a:latin typeface="+mn-lt"/>
              </a:rPr>
              <a:t>Vizualizácia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modelových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dát</a:t>
            </a:r>
            <a:endParaRPr lang="cs-SK" b="1" dirty="0">
              <a:latin typeface="+mn-lt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222BF14-997F-5179-9D2C-B5B6F7C12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GB" b="1" dirty="0" err="1"/>
              <a:t>Analýza</a:t>
            </a:r>
            <a:r>
              <a:rPr lang="en-GB" b="1" dirty="0"/>
              <a:t> </a:t>
            </a:r>
            <a:r>
              <a:rPr lang="en-GB" b="1" dirty="0" err="1"/>
              <a:t>dátového</a:t>
            </a:r>
            <a:r>
              <a:rPr lang="en-GB" b="1" dirty="0"/>
              <a:t> </a:t>
            </a:r>
            <a:r>
              <a:rPr lang="en-GB" b="1" dirty="0" err="1"/>
              <a:t>pozadia</a:t>
            </a:r>
            <a:r>
              <a:rPr lang="en-GB" b="1" dirty="0"/>
              <a:t> pre </a:t>
            </a:r>
            <a:r>
              <a:rPr lang="en-GB" b="1" dirty="0" err="1"/>
              <a:t>inteligentné</a:t>
            </a:r>
            <a:r>
              <a:rPr lang="en-GB" b="1" dirty="0"/>
              <a:t> </a:t>
            </a:r>
            <a:r>
              <a:rPr lang="en-GB" b="1" dirty="0" err="1"/>
              <a:t>triedenie</a:t>
            </a:r>
            <a:r>
              <a:rPr lang="en-GB" b="1" dirty="0"/>
              <a:t> </a:t>
            </a:r>
            <a:r>
              <a:rPr lang="en-GB" b="1" dirty="0" err="1"/>
              <a:t>odpadu</a:t>
            </a:r>
            <a:endParaRPr lang="cs-SK" b="1" dirty="0"/>
          </a:p>
        </p:txBody>
      </p:sp>
    </p:spTree>
    <p:extLst>
      <p:ext uri="{BB962C8B-B14F-4D97-AF65-F5344CB8AC3E}">
        <p14:creationId xmlns:p14="http://schemas.microsoft.com/office/powerpoint/2010/main" val="218626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F4BBA0-AE7B-DDFB-964D-A24874466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+mn-lt"/>
                <a:cs typeface="Baloo Bhaijaan" panose="03080902040302020200" pitchFamily="66" charset="-78"/>
              </a:rPr>
              <a:t>Produkcia</a:t>
            </a:r>
            <a:r>
              <a:rPr lang="en-GB" b="1" dirty="0">
                <a:latin typeface="+mn-lt"/>
                <a:cs typeface="Baloo Bhaijaan" panose="03080902040302020200" pitchFamily="66" charset="-78"/>
              </a:rPr>
              <a:t> a </a:t>
            </a:r>
            <a:r>
              <a:rPr lang="en-GB" b="1" dirty="0" err="1">
                <a:latin typeface="+mn-lt"/>
                <a:cs typeface="Baloo Bhaijaan" panose="03080902040302020200" pitchFamily="66" charset="-78"/>
              </a:rPr>
              <a:t>dôsledky</a:t>
            </a:r>
            <a:r>
              <a:rPr lang="en-GB" b="1" dirty="0">
                <a:latin typeface="+mn-lt"/>
                <a:cs typeface="Baloo Bhaijaan" panose="03080902040302020200" pitchFamily="66" charset="-78"/>
              </a:rPr>
              <a:t> </a:t>
            </a:r>
            <a:r>
              <a:rPr lang="en-GB" b="1" dirty="0" err="1">
                <a:latin typeface="+mn-lt"/>
                <a:cs typeface="Baloo Bhaijaan" panose="03080902040302020200" pitchFamily="66" charset="-78"/>
              </a:rPr>
              <a:t>odpadu</a:t>
            </a:r>
            <a:endParaRPr lang="cs-SK" b="1" dirty="0">
              <a:latin typeface="+mn-lt"/>
              <a:cs typeface="Baloo Bhaijaan" panose="03080902040302020200" pitchFamily="66" charset="-78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47E6754E-2CEA-12EE-CE0A-82DD3477C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07431"/>
            <a:ext cx="10627658" cy="424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SK" altLang="en-SK" sz="2800" dirty="0"/>
              <a:t>V Európskej únii sa každoročne vyprodukuje obrovské množstvo komunálneho odpadu.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SK" altLang="en-SK" sz="2800" b="1" dirty="0"/>
              <a:t>Slovensko</a:t>
            </a:r>
            <a:r>
              <a:rPr lang="en-SK" altLang="en-SK" sz="2800" dirty="0"/>
              <a:t>: približne </a:t>
            </a:r>
            <a:r>
              <a:rPr lang="en-SK" altLang="en-SK" sz="2800" b="1" dirty="0"/>
              <a:t>430 kg odpadu</a:t>
            </a:r>
            <a:r>
              <a:rPr lang="en-SK" altLang="en-SK" sz="2800" dirty="0"/>
              <a:t> na osobu ročne </a:t>
            </a:r>
            <a:r>
              <a:rPr lang="en-SK" altLang="en-SK" sz="1600" dirty="0"/>
              <a:t>(podľa dát Eurostat).</a:t>
            </a:r>
            <a:endParaRPr lang="en-SK" altLang="en-SK" sz="1400" dirty="0"/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SK" altLang="en-SK" sz="2800" dirty="0"/>
              <a:t>Veľká časť tohto odpadu nie je správne vytriedená.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SK" altLang="en-SK" sz="2800" dirty="0"/>
              <a:t>Dôsledky nesprávneho triedenia: </a:t>
            </a:r>
          </a:p>
          <a:p>
            <a:pPr marL="1143000" lvl="2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SK" altLang="en-SK" sz="2800" dirty="0"/>
              <a:t>Nižšia miera recyklácie.</a:t>
            </a:r>
          </a:p>
          <a:p>
            <a:pPr marL="1143000" lvl="2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SK" altLang="en-SK" sz="2800" dirty="0"/>
              <a:t>Viac odpadu na skládkach.</a:t>
            </a:r>
          </a:p>
          <a:p>
            <a:pPr marL="1143000" lvl="2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SK" altLang="en-SK" sz="2800" dirty="0"/>
              <a:t>Väčšie zaťaženie životného prostredia.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K" altLang="en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46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D01ED-F26C-9712-E9E3-F9342EB4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4DD6921-AB46-39A6-F9E8-C3F440F56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Vizualizácia: Aktuálna miera recyklácie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A28DB7E-26A8-E866-1789-34CB7F1ADE4D}"/>
              </a:ext>
            </a:extLst>
          </p:cNvPr>
          <p:cNvSpPr txBox="1"/>
          <p:nvPr/>
        </p:nvSpPr>
        <p:spPr>
          <a:xfrm>
            <a:off x="10863666" y="5638136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cs-SK" sz="1200" i="1"/>
              <a:t>Fig </a:t>
            </a:r>
            <a:r>
              <a:rPr lang="en-GB" sz="1200" i="1" dirty="0"/>
              <a:t>1</a:t>
            </a:r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5837F9F0-EA34-E018-7DB7-31586E78CB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86402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5024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17162-EF63-61A4-B08E-DC7D4A2D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EFE0B1-7A7A-C84E-11D2-0DDA71D2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+mn-lt"/>
                <a:cs typeface="Baloo Bhaijaan" panose="03080902040302020200" pitchFamily="66" charset="-78"/>
              </a:rPr>
              <a:t>Kde</a:t>
            </a:r>
            <a:r>
              <a:rPr lang="en-GB" b="1" dirty="0">
                <a:latin typeface="+mn-lt"/>
                <a:cs typeface="Baloo Bhaijaan" panose="03080902040302020200" pitchFamily="66" charset="-78"/>
              </a:rPr>
              <a:t> </a:t>
            </a:r>
            <a:r>
              <a:rPr lang="en-GB" b="1" dirty="0" err="1">
                <a:latin typeface="+mn-lt"/>
                <a:cs typeface="Baloo Bhaijaan" panose="03080902040302020200" pitchFamily="66" charset="-78"/>
              </a:rPr>
              <a:t>sa</a:t>
            </a:r>
            <a:r>
              <a:rPr lang="en-GB" b="1" dirty="0">
                <a:latin typeface="+mn-lt"/>
                <a:cs typeface="Baloo Bhaijaan" panose="03080902040302020200" pitchFamily="66" charset="-78"/>
              </a:rPr>
              <a:t> </a:t>
            </a:r>
            <a:r>
              <a:rPr lang="en-GB" b="1" dirty="0" err="1">
                <a:latin typeface="+mn-lt"/>
                <a:cs typeface="Baloo Bhaijaan" panose="03080902040302020200" pitchFamily="66" charset="-78"/>
              </a:rPr>
              <a:t>nachádza</a:t>
            </a:r>
            <a:r>
              <a:rPr lang="en-GB" b="1" dirty="0">
                <a:latin typeface="+mn-lt"/>
                <a:cs typeface="Baloo Bhaijaan" panose="03080902040302020200" pitchFamily="66" charset="-78"/>
              </a:rPr>
              <a:t> </a:t>
            </a:r>
            <a:r>
              <a:rPr lang="en-GB" b="1" dirty="0" err="1">
                <a:latin typeface="+mn-lt"/>
                <a:cs typeface="Baloo Bhaijaan" panose="03080902040302020200" pitchFamily="66" charset="-78"/>
              </a:rPr>
              <a:t>Slovensko</a:t>
            </a:r>
            <a:r>
              <a:rPr lang="en-GB" b="1" dirty="0">
                <a:latin typeface="+mn-lt"/>
                <a:cs typeface="Baloo Bhaijaan" panose="03080902040302020200" pitchFamily="66" charset="-78"/>
              </a:rPr>
              <a:t>?</a:t>
            </a:r>
            <a:endParaRPr lang="cs-SK" b="1" dirty="0">
              <a:latin typeface="+mn-lt"/>
              <a:cs typeface="Baloo Bhaijaan" panose="03080902040302020200" pitchFamily="66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3F2DF-99AA-9930-EEE7-872F661E41C2}"/>
              </a:ext>
            </a:extLst>
          </p:cNvPr>
          <p:cNvSpPr txBox="1"/>
          <p:nvPr/>
        </p:nvSpPr>
        <p:spPr>
          <a:xfrm>
            <a:off x="838200" y="2542334"/>
            <a:ext cx="9578788" cy="261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SK" altLang="en-SK" sz="2800" dirty="0"/>
              <a:t>Aktuálna miera recyklácie na Slovensku: </a:t>
            </a:r>
            <a:r>
              <a:rPr lang="en-SK" altLang="en-SK" sz="2800" b="1" dirty="0"/>
              <a:t>44 %.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SK" altLang="en-SK" sz="2800" b="1" dirty="0"/>
              <a:t>Priemer Európskej únie: </a:t>
            </a:r>
            <a:r>
              <a:rPr lang="en-SK" altLang="en-SK" sz="2800" dirty="0"/>
              <a:t>približne 49 %.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SK" altLang="en-SK" sz="2800" b="1" dirty="0"/>
              <a:t>Cieľ EÚ do roku 2030: </a:t>
            </a:r>
            <a:r>
              <a:rPr lang="en-SK" altLang="en-SK" sz="2800" dirty="0"/>
              <a:t>dosiahnuť hranicu 60 %.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SK" altLang="en-SK" sz="2800" dirty="0"/>
              <a:t>Tieto údaje potvrdzujú veľký priestor na zlepšenie</a:t>
            </a:r>
          </a:p>
        </p:txBody>
      </p:sp>
    </p:spTree>
    <p:extLst>
      <p:ext uri="{BB962C8B-B14F-4D97-AF65-F5344CB8AC3E}">
        <p14:creationId xmlns:p14="http://schemas.microsoft.com/office/powerpoint/2010/main" val="201642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0760-BC64-7D06-6E54-CDBBB2B0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AD91E6-1405-4258-EFA1-27C1C53C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sz="4800" b="1" dirty="0" err="1"/>
              <a:t>Porovnanie</a:t>
            </a:r>
            <a:r>
              <a:rPr lang="en-GB" sz="4800" b="1" dirty="0"/>
              <a:t> </a:t>
            </a:r>
            <a:r>
              <a:rPr lang="en-GB" sz="4800" b="1" dirty="0" err="1"/>
              <a:t>miery</a:t>
            </a:r>
            <a:r>
              <a:rPr lang="en-GB" sz="4800" b="1" dirty="0"/>
              <a:t> </a:t>
            </a:r>
            <a:r>
              <a:rPr lang="en-GB" sz="4800" b="1" dirty="0" err="1"/>
              <a:t>recyklácie</a:t>
            </a:r>
            <a:r>
              <a:rPr lang="en-GB" sz="4800" b="1" dirty="0"/>
              <a:t> v </a:t>
            </a:r>
            <a:r>
              <a:rPr lang="en-GB" sz="4800" b="1" dirty="0" err="1"/>
              <a:t>Európe</a:t>
            </a:r>
            <a:endParaRPr lang="en-US" sz="4800" b="1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9B37145-CC11-524B-74DE-009582C948D0}"/>
              </a:ext>
            </a:extLst>
          </p:cNvPr>
          <p:cNvSpPr txBox="1"/>
          <p:nvPr/>
        </p:nvSpPr>
        <p:spPr>
          <a:xfrm>
            <a:off x="10106148" y="6285892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cs-SK" sz="1200" i="1"/>
              <a:t>Fig </a:t>
            </a:r>
            <a:r>
              <a:rPr lang="en-GB" sz="1200" i="1" dirty="0"/>
              <a:t>2</a:t>
            </a:r>
            <a:endParaRPr lang="cs-SK" sz="1200" i="1"/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622413D5-692F-EE43-823F-27EAC2DDD2C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02042085"/>
                  </p:ext>
                </p:extLst>
              </p:nvPr>
            </p:nvGraphicFramePr>
            <p:xfrm>
              <a:off x="2009640" y="1731250"/>
              <a:ext cx="8172719" cy="475324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622413D5-692F-EE43-823F-27EAC2DDD2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9640" y="1731250"/>
                <a:ext cx="8172719" cy="47532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4503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46D9EE-FF13-FA6D-BA9E-2B2C55E5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41" y="365125"/>
            <a:ext cx="12353363" cy="1325563"/>
          </a:xfrm>
        </p:spPr>
        <p:txBody>
          <a:bodyPr/>
          <a:lstStyle/>
          <a:p>
            <a:r>
              <a:rPr lang="en-GB" b="1" dirty="0" err="1">
                <a:latin typeface="+mn-lt"/>
              </a:rPr>
              <a:t>Priemerné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zloženie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komunálneho</a:t>
            </a:r>
            <a:r>
              <a:rPr lang="en-GB" b="1" dirty="0">
                <a:latin typeface="+mn-lt"/>
              </a:rPr>
              <a:t> </a:t>
            </a:r>
            <a:r>
              <a:rPr lang="en-GB" b="1" dirty="0" err="1">
                <a:latin typeface="+mn-lt"/>
              </a:rPr>
              <a:t>odpadu</a:t>
            </a:r>
            <a:r>
              <a:rPr lang="en-GB" b="1" dirty="0">
                <a:latin typeface="+mn-lt"/>
              </a:rPr>
              <a:t> (EÚ)</a:t>
            </a:r>
            <a:endParaRPr lang="cs-SK" b="1" dirty="0">
              <a:latin typeface="+mn-lt"/>
            </a:endParaRPr>
          </a:p>
        </p:txBody>
      </p:sp>
      <p:pic>
        <p:nvPicPr>
          <p:cNvPr id="8" name="Content Placeholder 7" descr="A colorful recycle bin with text&#10;&#10;AI-generated content may be incorrect.">
            <a:extLst>
              <a:ext uri="{FF2B5EF4-FFF2-40B4-BE49-F238E27FC236}">
                <a16:creationId xmlns:a16="http://schemas.microsoft.com/office/drawing/2014/main" id="{09D0D16A-4847-6389-DCF9-B840A597E4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2660" y="1731870"/>
            <a:ext cx="9480046" cy="4843660"/>
          </a:xfrm>
          <a:prstGeom prst="rect">
            <a:avLst/>
          </a:prstGeom>
        </p:spPr>
      </p:pic>
      <p:sp>
        <p:nvSpPr>
          <p:cNvPr id="3" name="TextovéPole 4">
            <a:extLst>
              <a:ext uri="{FF2B5EF4-FFF2-40B4-BE49-F238E27FC236}">
                <a16:creationId xmlns:a16="http://schemas.microsoft.com/office/drawing/2014/main" id="{FA5CBB3C-A909-9375-9133-4C00E9DF5552}"/>
              </a:ext>
            </a:extLst>
          </p:cNvPr>
          <p:cNvSpPr txBox="1"/>
          <p:nvPr/>
        </p:nvSpPr>
        <p:spPr>
          <a:xfrm>
            <a:off x="10599206" y="6437030"/>
            <a:ext cx="4901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cs-SK" sz="1200" i="1"/>
              <a:t>Fig </a:t>
            </a:r>
            <a:r>
              <a:rPr lang="en-GB" sz="1200" i="1" dirty="0"/>
              <a:t>3</a:t>
            </a:r>
            <a:endParaRPr lang="cs-SK" sz="1200" i="1"/>
          </a:p>
        </p:txBody>
      </p:sp>
    </p:spTree>
    <p:extLst>
      <p:ext uri="{BB962C8B-B14F-4D97-AF65-F5344CB8AC3E}">
        <p14:creationId xmlns:p14="http://schemas.microsoft.com/office/powerpoint/2010/main" val="166391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39C6-64D4-7A7C-4798-F4A21A5C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080E6B-2D4E-B74F-A22C-0A4D5B85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Ekologické</a:t>
            </a:r>
            <a:r>
              <a:rPr lang="en-GB" dirty="0"/>
              <a:t> </a:t>
            </a:r>
            <a:r>
              <a:rPr lang="en-GB" dirty="0" err="1"/>
              <a:t>benefity</a:t>
            </a:r>
            <a:r>
              <a:rPr lang="en-GB" dirty="0"/>
              <a:t> a </a:t>
            </a:r>
            <a:r>
              <a:rPr lang="en-GB" dirty="0" err="1"/>
              <a:t>projekcia</a:t>
            </a:r>
            <a:endParaRPr lang="en-GB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6E57730-BA32-CE09-16DF-01B97A1E05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2300"/>
            <a:ext cx="10018059" cy="418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SK" altLang="en-SK" dirty="0"/>
              <a:t>Použitie inteligentných kontajnerov prináša: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SK" altLang="en-SK" dirty="0"/>
              <a:t>Zvýšenie miery recyklácie.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SK" altLang="en-SK" dirty="0"/>
              <a:t>Zníženie množstva odpadu na skládkach.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SK" altLang="en-SK" dirty="0"/>
              <a:t>Lepšie a efektívnejšie triedenie priamo v mestách.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SK" altLang="en-SK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SK" altLang="en-SK" b="1" dirty="0"/>
              <a:t>Regionálny dopad: </a:t>
            </a:r>
            <a:r>
              <a:rPr lang="en-SK" altLang="en-SK" dirty="0"/>
              <a:t>Toto riešenie by mohlo pomôcť mestám ako </a:t>
            </a:r>
            <a:r>
              <a:rPr lang="en-SK" altLang="en-SK" b="1" dirty="0"/>
              <a:t>Košice</a:t>
            </a:r>
            <a:r>
              <a:rPr lang="en-SK" altLang="en-SK" dirty="0"/>
              <a:t> k udržateľnému rozvoju.</a:t>
            </a:r>
          </a:p>
        </p:txBody>
      </p:sp>
    </p:spTree>
    <p:extLst>
      <p:ext uri="{BB962C8B-B14F-4D97-AF65-F5344CB8AC3E}">
        <p14:creationId xmlns:p14="http://schemas.microsoft.com/office/powerpoint/2010/main" val="3536094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469D81-2F70-75AE-A21B-0F702836F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51177"/>
            <a:ext cx="9144000" cy="1155646"/>
          </a:xfrm>
        </p:spPr>
        <p:txBody>
          <a:bodyPr/>
          <a:lstStyle/>
          <a:p>
            <a:r>
              <a:rPr lang="cs-SK" b="1" dirty="0">
                <a:latin typeface="+mn-lt"/>
              </a:rPr>
              <a:t>Ďakujeme za pozornosť</a:t>
            </a:r>
          </a:p>
        </p:txBody>
      </p:sp>
    </p:spTree>
    <p:extLst>
      <p:ext uri="{BB962C8B-B14F-4D97-AF65-F5344CB8AC3E}">
        <p14:creationId xmlns:p14="http://schemas.microsoft.com/office/powerpoint/2010/main" val="410785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F6F1D-75DF-8787-FB4A-5E3BAABC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B461B1-8824-8FCE-6A6E-6869BEB1A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5376" y="1418524"/>
            <a:ext cx="8418941" cy="4020951"/>
          </a:xfrm>
        </p:spPr>
        <p:txBody>
          <a:bodyPr>
            <a:normAutofit fontScale="90000"/>
          </a:bodyPr>
          <a:lstStyle/>
          <a:p>
            <a:pPr marL="228600" indent="-228600" algn="l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latin typeface="+mn-lt"/>
                <a:ea typeface="+mn-ea"/>
                <a:cs typeface="+mn-cs"/>
              </a:rPr>
              <a:t>Zdroje</a:t>
            </a:r>
            <a:r>
              <a:rPr lang="en-US" sz="2800" dirty="0">
                <a:latin typeface="+mn-lt"/>
                <a:ea typeface="+mn-ea"/>
                <a:cs typeface="+mn-cs"/>
              </a:rPr>
              <a:t>: </a:t>
            </a:r>
            <a:br>
              <a:rPr lang="en-US" sz="2800" dirty="0">
                <a:latin typeface="+mn-lt"/>
                <a:ea typeface="+mn-ea"/>
                <a:cs typeface="+mn-cs"/>
              </a:rPr>
            </a:br>
            <a:br>
              <a:rPr lang="en-SK" sz="2800" dirty="0">
                <a:latin typeface="+mn-lt"/>
                <a:ea typeface="+mn-ea"/>
                <a:cs typeface="+mn-cs"/>
              </a:rPr>
            </a:br>
            <a:r>
              <a:rPr lang="en-US" sz="2800" dirty="0">
                <a:latin typeface="+mn-lt"/>
                <a:ea typeface="+mn-ea"/>
                <a:cs typeface="+mn-cs"/>
                <a:hlinkClick r:id="rId2"/>
              </a:rPr>
              <a:t>https://ec.europa.eu/eurostat/databrowser/view/env_wasmun/default/table</a:t>
            </a:r>
            <a:br>
              <a:rPr lang="en-US" sz="2800" dirty="0">
                <a:latin typeface="+mn-lt"/>
                <a:ea typeface="+mn-ea"/>
                <a:cs typeface="+mn-cs"/>
              </a:rPr>
            </a:br>
            <a:br>
              <a:rPr lang="en-SK" sz="2800" dirty="0">
                <a:latin typeface="+mn-lt"/>
                <a:ea typeface="+mn-ea"/>
                <a:cs typeface="+mn-cs"/>
              </a:rPr>
            </a:br>
            <a:r>
              <a:rPr lang="en-US" sz="2800" dirty="0">
                <a:latin typeface="+mn-lt"/>
                <a:ea typeface="+mn-ea"/>
                <a:cs typeface="+mn-cs"/>
                <a:hlinkClick r:id="rId3"/>
              </a:rPr>
              <a:t>https://ec.europa.eu/eurostat/databrowser/view/sdg_11_60/default/table</a:t>
            </a:r>
            <a:br>
              <a:rPr lang="en-US" sz="2800" dirty="0">
                <a:latin typeface="+mn-lt"/>
                <a:ea typeface="+mn-ea"/>
                <a:cs typeface="+mn-cs"/>
              </a:rPr>
            </a:br>
            <a:br>
              <a:rPr lang="en-US" sz="2800" dirty="0">
                <a:latin typeface="+mn-lt"/>
                <a:ea typeface="+mn-ea"/>
                <a:cs typeface="+mn-cs"/>
              </a:rPr>
            </a:br>
            <a:r>
              <a:rPr lang="en-US" sz="2800" dirty="0">
                <a:latin typeface="+mn-lt"/>
                <a:ea typeface="+mn-ea"/>
                <a:cs typeface="+mn-cs"/>
              </a:rPr>
              <a:t>https://</a:t>
            </a:r>
            <a:r>
              <a:rPr lang="en-US" sz="2800" dirty="0" err="1">
                <a:latin typeface="+mn-lt"/>
                <a:ea typeface="+mn-ea"/>
                <a:cs typeface="+mn-cs"/>
              </a:rPr>
              <a:t>www.nehlseneko.sk</a:t>
            </a:r>
            <a:r>
              <a:rPr lang="en-US" sz="2800" dirty="0">
                <a:latin typeface="+mn-lt"/>
                <a:ea typeface="+mn-ea"/>
                <a:cs typeface="+mn-cs"/>
              </a:rPr>
              <a:t>/</a:t>
            </a:r>
            <a:r>
              <a:rPr lang="en-US" sz="2800" dirty="0" err="1">
                <a:latin typeface="+mn-lt"/>
                <a:ea typeface="+mn-ea"/>
                <a:cs typeface="+mn-cs"/>
              </a:rPr>
              <a:t>zvoz-odpadu</a:t>
            </a:r>
            <a:r>
              <a:rPr lang="en-US" sz="2800" dirty="0">
                <a:latin typeface="+mn-lt"/>
                <a:ea typeface="+mn-ea"/>
                <a:cs typeface="+mn-cs"/>
              </a:rPr>
              <a:t>/</a:t>
            </a:r>
            <a:r>
              <a:rPr lang="en-US" sz="2800" dirty="0" err="1">
                <a:latin typeface="+mn-lt"/>
                <a:ea typeface="+mn-ea"/>
                <a:cs typeface="+mn-cs"/>
              </a:rPr>
              <a:t>zlozenie-komunalneho-odpadu</a:t>
            </a:r>
            <a:r>
              <a:rPr lang="en-US" sz="2800" dirty="0">
                <a:latin typeface="+mn-lt"/>
                <a:ea typeface="+mn-ea"/>
                <a:cs typeface="+mn-cs"/>
              </a:rPr>
              <a:t>/</a:t>
            </a:r>
            <a:br>
              <a:rPr lang="en-US" sz="2800" dirty="0">
                <a:latin typeface="+mn-lt"/>
                <a:ea typeface="+mn-ea"/>
                <a:cs typeface="+mn-cs"/>
              </a:rPr>
            </a:br>
            <a:endParaRPr lang="en-SK" sz="28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013955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249</Words>
  <Application>Microsoft Macintosh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Narrow</vt:lpstr>
      <vt:lpstr>Arial</vt:lpstr>
      <vt:lpstr>Motiv Office</vt:lpstr>
      <vt:lpstr>SmartSort Bin: Vizualizácia modelových dát</vt:lpstr>
      <vt:lpstr>Produkcia a dôsledky odpadu</vt:lpstr>
      <vt:lpstr>Vizualizácia: Aktuálna miera recyklácie</vt:lpstr>
      <vt:lpstr>Kde sa nachádza Slovensko?</vt:lpstr>
      <vt:lpstr>Porovnanie miery recyklácie v Európe</vt:lpstr>
      <vt:lpstr>Priemerné zloženie komunálneho odpadu (EÚ)</vt:lpstr>
      <vt:lpstr>Ekologické benefity a projekcia</vt:lpstr>
      <vt:lpstr>Ďakujeme za pozornosť</vt:lpstr>
      <vt:lpstr>Zdroje:   https://ec.europa.eu/eurostat/databrowser/view/env_wasmun/default/table  https://ec.europa.eu/eurostat/databrowser/view/sdg_11_60/default/table  https://www.nehlseneko.sk/zvoz-odpadu/zlozenie-komunalneho-odpadu/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 Vojteková</dc:creator>
  <cp:lastModifiedBy>Adam Bruno Balint</cp:lastModifiedBy>
  <cp:revision>12</cp:revision>
  <dcterms:created xsi:type="dcterms:W3CDTF">2026-02-19T09:17:19Z</dcterms:created>
  <dcterms:modified xsi:type="dcterms:W3CDTF">2026-03-05T12:45:31Z</dcterms:modified>
</cp:coreProperties>
</file>