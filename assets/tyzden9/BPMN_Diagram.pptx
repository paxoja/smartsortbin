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2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D8E5-50E3-C8C7-4C2C-78B253114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6C776-76A6-7E03-787A-AB4B07CE1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17367-6A91-35CD-135A-0C95F4F1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2719C-88AF-FA8A-3831-BA2F969B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E967F-B4E8-3430-7E77-37A76D45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2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3276-6BAE-F6A3-D764-A815F368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70A11-7773-3234-6116-2FF9C8E4F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18AB1-650E-9CFB-0610-FE3F9DDC5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DE451-061B-288C-DEFC-DEF5C119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6541-91F8-A09C-398D-7E84E92B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9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BE51A-7FB8-34C1-8A0C-EB99972C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547CF-EB23-EB2B-BABD-C1B84ED54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6052E-BA26-CEFA-156C-7054161B3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93ECD-9167-5F71-D7CD-DC9FE89A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CD559-92A5-5266-28A0-0274FC0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8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01C8-524F-3DB7-823A-5DA18EC8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885A8-1FF4-7087-2F22-850B5B316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A2672-05CD-A45C-9CBB-6F8DC25F1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71E05-8129-8F58-9E7E-20BFD9AC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9EE1E-260C-3E3C-6347-7EABEEC7B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DC683-BB13-0EEF-E608-F026A0B4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0026-16B0-EE72-FE17-9B7F5FF7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2CD02-CE68-85F8-6C9B-57271CE8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12C94-860A-87E9-F71C-5231F417B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20B4F-8048-BEC7-C5BD-1CDD13899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94401-ABB5-4827-8B82-FB27F61B2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EE5C6A-7DAA-69C2-8560-697F1C0E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24C65-FF3D-622A-FD59-2FB30821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D9B3BF-293C-B02F-A6DE-E767D7A0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0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CF15-F09A-B78A-9081-71413301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B859A-55C9-3744-EE04-605C998D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D4266-DED5-A816-9026-82CC460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B30F7-FC4E-85B7-B890-9C4853BA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5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FC8DD-B36B-0F51-4994-82CD83F8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13207-898E-8A1D-42EE-2C521108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33989-30A7-97D5-80D6-A6067F32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7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4916-422F-F3EE-3F7F-D7DB0D6E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1D4-475B-860A-C7D0-639BBC11C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3AF54-22B8-620B-8159-B951369E7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E07C8-B290-DAB8-1BB2-C5D2C2C4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9124C-1A9B-23D5-4697-0E418274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9EF86-F23D-F1F4-C365-80B12D8D3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4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9E36-96B0-83E7-0B5E-9A970698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47C55-8BCF-E31A-9A1E-EA548D6C0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C55E2-4BAB-F26A-A1F0-E9C911C19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9304E-C223-DB35-5E39-8C35F773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19F51-D3B4-C7D3-0D37-94B75AFE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0A34-85D2-2C97-F5AC-3B697802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1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084B-AB5D-FA83-4B60-23FB805D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8F0FD-DCDB-A042-6408-5BE81A125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9D0FE-DE2C-97AB-73FC-0FFF8E6E4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A9AE3-89AE-2FEB-B2CC-2F40EBBC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0F248-1EE6-1281-CD06-56A82E52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4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900F2-F6EE-B95E-27C4-0AB09C287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126E3-8AD3-50CC-FA7E-4D54F6000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9C7F6-2015-77BB-AA0E-D8155225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DC86C-A657-6928-AEF4-EAD1C384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067B-8614-DDBE-0508-59B986E9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1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4C2C1-4FF5-C79B-702A-B0FB8933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3F6AC-1447-4598-7464-E4FD103F8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E6F5E-FC9D-DEBF-ACC6-0998D71CD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50408-365F-4A80-AF0F-518DA1A764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1039B-B446-5E69-48EA-1D88F938A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AE182-0579-4605-BB8F-ABCDA2025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0B932-DAD3-440B-BBC3-2D08CD7E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3412-E865-D80E-96BE-BC8EDFC5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0714"/>
            <a:ext cx="9144000" cy="2387600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SmartSort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BPMN Diagram</a:t>
            </a:r>
          </a:p>
        </p:txBody>
      </p:sp>
    </p:spTree>
    <p:extLst>
      <p:ext uri="{BB962C8B-B14F-4D97-AF65-F5344CB8AC3E}">
        <p14:creationId xmlns:p14="http://schemas.microsoft.com/office/powerpoint/2010/main" val="349333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E950-AF0D-A3CD-03ED-3B12D251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5780B8-D72E-2258-446E-6D0F258E6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891" t="13355" r="13956" b="38781"/>
          <a:stretch>
            <a:fillRect/>
          </a:stretch>
        </p:blipFill>
        <p:spPr>
          <a:xfrm>
            <a:off x="323384" y="1419338"/>
            <a:ext cx="11545231" cy="543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4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7C71-9C19-0D82-76DD-4C51E32A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Zber dát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64AA5-5DB8-6F3E-E6DA-A6CCC102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3780" cy="4351338"/>
          </a:xfrm>
        </p:spPr>
        <p:txBody>
          <a:bodyPr/>
          <a:lstStyle/>
          <a:p>
            <a:pPr marL="514350" lvl="0" indent="-51435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Používateľ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vloží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odpad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lvl="0" indent="-51435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Systém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zachytí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obraz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514350" lvl="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AI model začne spracovanie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Systém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najprv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získa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vstupné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dáta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forme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obrazu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odpadu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ktoré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budú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použité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klasifikáciu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Evreka › Smart Bin Sensors › Upgrade Your Operations">
            <a:extLst>
              <a:ext uri="{FF2B5EF4-FFF2-40B4-BE49-F238E27FC236}">
                <a16:creationId xmlns:a16="http://schemas.microsoft.com/office/drawing/2014/main" id="{26FEF209-F071-F3B5-9018-4D6E5950E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80" y="856785"/>
            <a:ext cx="5332582" cy="514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C6165-0E20-CCD2-C07A-1565709A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AI klasifikácia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E6F76-2B40-85B7-3ED3-39B1793E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9829" cy="4351338"/>
          </a:xfrm>
        </p:spPr>
        <p:txBody>
          <a:bodyPr/>
          <a:lstStyle/>
          <a:p>
            <a:pPr marL="514350" lvl="0" indent="-51435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klasifikuje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odpad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lvl="0" indent="-51435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Vytvorí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predikcia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lvl="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Výsledok sa uloží do databázy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model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určí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odpadu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uloží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výsledok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ktorý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neskôr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zobrazený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používateľovi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2,831 Image Classification Ai Royalty-Free Images, Stock Photos &amp; Pictures  | Shutterstock">
            <a:extLst>
              <a:ext uri="{FF2B5EF4-FFF2-40B4-BE49-F238E27FC236}">
                <a16:creationId xmlns:a16="http://schemas.microsoft.com/office/drawing/2014/main" id="{FD147B29-AF1F-37B4-1508-DA7C2549D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655" y="1909646"/>
            <a:ext cx="45339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73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247A-3771-2DF5-5968-AD27564B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Interakcia s používateľom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ED6F-B88A-1C29-ECCD-3DAE08FF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4044" cy="4351338"/>
          </a:xfrm>
        </p:spPr>
        <p:txBody>
          <a:bodyPr/>
          <a:lstStyle/>
          <a:p>
            <a:pPr marL="514350" lvl="0" indent="-51435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Výsledok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zobrazí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displeji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Používateľ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vidí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možnosti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opravy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lvl="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Rozhoduje: správne / nesprávne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Používateľ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môže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potvrdiť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výsledok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alebo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opraviť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výberom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správneho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odpadu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6E241-C5CF-8E9A-4580-73D739020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15" r="25076"/>
          <a:stretch>
            <a:fillRect/>
          </a:stretch>
        </p:blipFill>
        <p:spPr>
          <a:xfrm>
            <a:off x="7012258" y="1825625"/>
            <a:ext cx="4780156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7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C467-EC4F-89AF-29BD-347B093B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Spracovanie spätnej väzby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B574A-0209-CC5E-1A4D-2F8A170EE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756"/>
            <a:ext cx="601608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Áno: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uloženie potvrdenia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Nie: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výber správneho typu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uloženie opravy do databázy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ä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á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ä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pou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ží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vate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ľ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pom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zlep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ova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ť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presnos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ť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modelu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Accept - Free commerce and shopping icons">
            <a:extLst>
              <a:ext uri="{FF2B5EF4-FFF2-40B4-BE49-F238E27FC236}">
                <a16:creationId xmlns:a16="http://schemas.microsoft.com/office/drawing/2014/main" id="{5B374888-A256-B60E-7A03-A660B1520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746" y="2023946"/>
            <a:ext cx="2810108" cy="281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14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5319-AA30-D93B-3A36-17577529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Fyzické spracovanie odpadu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4EAB2-FF50-9535-BBB7-4DDBB855B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2141" cy="4351338"/>
          </a:xfrm>
        </p:spPr>
        <p:txBody>
          <a:bodyPr/>
          <a:lstStyle/>
          <a:p>
            <a:pPr marL="514350" lvl="0" indent="-51435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Odpad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prijatý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kontajnera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lvl="0" indent="-51435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Systém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skontroluje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naplnenie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potvrdení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alebo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oprave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odpad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fyzicky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uložený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kontajnera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Garbage falling into trash bin on white background | Premium Photo">
            <a:extLst>
              <a:ext uri="{FF2B5EF4-FFF2-40B4-BE49-F238E27FC236}">
                <a16:creationId xmlns:a16="http://schemas.microsoft.com/office/drawing/2014/main" id="{8BD2CF64-1305-C807-5E4F-7F78F225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670" y="1690688"/>
            <a:ext cx="4245130" cy="424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36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9924-AE36-F59E-DB18-72CE8165F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Monitoring a servis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9EEB4-1E86-6616-225A-8D32BF6F1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61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Ak NIE je plný: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proces končí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Ak ÁNO: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odoslanie notifikácie pracovníkovi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vyprázdnenie kontajnera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proces končí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automaticky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sleduje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naplnenie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kontajnera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v pr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potreby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pracovnik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zabezpe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čí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jeho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vypr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zdnenie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12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F945-5EED-C98C-7465-FDC075324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8155"/>
            <a:ext cx="9144000" cy="1235114"/>
          </a:xfrm>
        </p:spPr>
        <p:txBody>
          <a:bodyPr/>
          <a:lstStyle/>
          <a:p>
            <a:r>
              <a:rPr lang="cs-CZ" b="1" dirty="0" err="1">
                <a:latin typeface="Arial" panose="020B0604020202020204" pitchFamily="34" charset="0"/>
                <a:cs typeface="Arial" panose="020B0604020202020204" pitchFamily="34" charset="0"/>
              </a:rPr>
              <a:t>Ďakujeme</a:t>
            </a:r>
            <a:r>
              <a:rPr lang="cs-CZ" b="1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cs-CZ" b="1" dirty="0" err="1">
                <a:latin typeface="Arial" panose="020B0604020202020204" pitchFamily="34" charset="0"/>
                <a:cs typeface="Arial" panose="020B0604020202020204" pitchFamily="34" charset="0"/>
              </a:rPr>
              <a:t>pozornosť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7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200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SmartSort: BPMN Diagram</vt:lpstr>
      <vt:lpstr>Flowchart</vt:lpstr>
      <vt:lpstr>Zber dát</vt:lpstr>
      <vt:lpstr>AI klasifikácia</vt:lpstr>
      <vt:lpstr>Interakcia s používateľom</vt:lpstr>
      <vt:lpstr>Spracovanie spätnej väzby</vt:lpstr>
      <vt:lpstr>Fyzické spracovanie odpadu</vt:lpstr>
      <vt:lpstr>Monitoring a servis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voyto</dc:creator>
  <cp:lastModifiedBy>voyto</cp:lastModifiedBy>
  <cp:revision>1</cp:revision>
  <dcterms:created xsi:type="dcterms:W3CDTF">2026-04-16T12:30:59Z</dcterms:created>
  <dcterms:modified xsi:type="dcterms:W3CDTF">2026-04-16T16:04:22Z</dcterms:modified>
</cp:coreProperties>
</file>