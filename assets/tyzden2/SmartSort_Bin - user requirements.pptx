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cs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4"/>
  </p:normalViewPr>
  <p:slideViewPr>
    <p:cSldViewPr snapToGrid="0">
      <p:cViewPr>
        <p:scale>
          <a:sx n="77" d="100"/>
          <a:sy n="77" d="100"/>
        </p:scale>
        <p:origin x="72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SK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DC97B-7308-5F41-A06D-BAD3218569A5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SK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SK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E3BA4-A685-0F43-A9A5-B1587836086C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2546465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SK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E3BA4-A685-0F43-A9A5-B1587836086C}" type="slidenum">
              <a:rPr lang="cs-SK" smtClean="0"/>
              <a:t>7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689210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7A0C72-F29D-0A26-4689-67484125E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1DDFE4E-AB15-9B8E-1FD5-0B516CF32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A8358B-443B-EF38-149C-3C30CB5A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EA1F283-F16D-8D2A-4CC1-7593A943D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6A531CA-B40C-B860-9E63-69DB6140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83078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4AB6CD-7FD1-1647-2A5F-8770D350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313FEF-4D6B-1570-AD8F-0EB2C7BB4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DD2295A-0242-97EB-5CE4-6D09A0AC3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A28571A-0A60-44E2-048D-5F4BB772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EE47E38-4133-4D49-61BF-64A00B9C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09447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A296E4-2E64-230C-E347-8709BC12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2358C20-8334-4FF6-27F8-64CE5CB17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E7E2E8D-856E-FE5F-6579-A974D20E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B78EDCF-C745-A215-961F-06B6E546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93AF6A8-3FAD-28D0-6597-B7F53944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16099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11D8D5-9599-EDCC-5339-9BFD4350A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AA9727-D343-FDD1-8A4C-48F8FC5F5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AAC7537-1945-EAEE-7C4C-985BDBEEE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8680B03-96C4-7AA2-80D8-74713921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C87509D-B15F-2A4D-0077-CCC8E454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C976514-69A2-39BC-B12B-B8072B85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19766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83DC31-F4DE-7168-BA72-A992F063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81496E8-25E5-86A8-BC1E-F7B0E9D3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5F89605-47FA-0EE2-00AB-938A5AB3C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9234870-4149-ACEF-598D-C0E828964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8404D93-8294-E5AD-80B3-6EC62A9AB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281B91B-11F6-FEBF-456A-BABFC8FF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EB64B2D-626F-DAD6-8ADB-C3784E9B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07A28E3-3886-43CA-53D6-0EBE01FF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275666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B433CB-425D-EDF6-B479-7D13DC61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DF0E151-D9C5-CAD9-93B9-B9867BC23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765B2E3-C606-923E-EDC2-92420AAE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DA0391F-4AF0-6C7A-B7EC-A804FE0A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02994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FE649D4-E7BC-4E89-5060-2E916FD0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C23602B-A60D-CDC9-513E-EB8DE7A6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BA79F09-760E-CCD2-2873-F02E296A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369825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CF5686-512B-05AB-A09E-8C9A86B2A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CC9EF0-F124-BD22-C210-4BDCD58FF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B78333C-D031-4EA4-D231-F09670319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12C7ADA-F56D-A02A-C0BD-0A255630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15AB258-7E14-D5A5-3C4F-13D43ABE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040BDEB-771B-695C-9284-BD48F70B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233671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D18CA7-D4D2-75A0-BEC1-BDF8DEE38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384E909-D697-E199-9360-F851E94BD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9E76F-8B05-B6F3-06C0-E64150184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B3FCB13-C0AF-513E-D83B-0202B3FB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4663039-6E5E-E46B-6739-6BDB1603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9879F62-F9BA-E070-C2CE-5115271B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384267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D29E99-5FF6-2458-4536-7BCFF072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3D4C5C0-EC06-7880-E8DD-B802578E6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53E153E-BEFD-35E7-A7E1-8EC9C94F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A96E680-10A8-830B-538A-8B9E2263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FC15A0C-7985-2FAD-2A6F-7A80A205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80032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C11DAE9E-2A49-0E76-8D5E-A3D4355CE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B789EFC-0E34-68C7-24AC-F2A2A399B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ADFD263-90C4-A273-8541-6B794384D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7E49C01-8D1E-AB30-83B7-8F553E2C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802B6B5-B065-5481-2D55-A2418655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373717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9C70065-0A59-658E-A667-9D380E64C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99FB811-9113-EEA5-8A19-A1253E8A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6CF5EE-F861-1006-B567-2AB9D5C55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67004-CE3A-314D-9156-72A418A87497}" type="datetimeFigureOut">
              <a:rPr lang="cs-SK" smtClean="0"/>
              <a:t>19.2.2026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64B32C8-CD57-E3FB-F7F6-D42965A7A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1D90F23-2580-5478-705A-CF9CD6DFA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21050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70A651-8092-8B63-0149-1B0732DD36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cs-SK" b="1" dirty="0">
                <a:latin typeface="+mn-lt"/>
              </a:rPr>
              <a:t>SmartSort Bin: Inteligentné triedenie odpadu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222BF14-997F-5179-9D2C-B5B6F7C122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SK" b="1" dirty="0"/>
              <a:t>User Requirements</a:t>
            </a:r>
          </a:p>
        </p:txBody>
      </p:sp>
    </p:spTree>
    <p:extLst>
      <p:ext uri="{BB962C8B-B14F-4D97-AF65-F5344CB8AC3E}">
        <p14:creationId xmlns:p14="http://schemas.microsoft.com/office/powerpoint/2010/main" val="218626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F4BBA0-AE7B-DDFB-964D-A2487446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>
                <a:latin typeface="+mn-lt"/>
                <a:cs typeface="Baloo Bhaijaan" panose="03080902040302020200" pitchFamily="66" charset="-78"/>
              </a:rPr>
              <a:t>Motivácia Projektu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FE2216-F6CA-4249-1BEA-BDF4D5793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SK" b="1" dirty="0"/>
              <a:t>Problém</a:t>
            </a:r>
            <a:r>
              <a:rPr lang="cs-SK" dirty="0"/>
              <a:t>:</a:t>
            </a:r>
          </a:p>
          <a:p>
            <a:r>
              <a:rPr lang="cs-SK" dirty="0"/>
              <a:t>Zložité pravidlá triedenia pre bežných ľudí</a:t>
            </a:r>
          </a:p>
          <a:p>
            <a:r>
              <a:rPr lang="cs-SK" dirty="0"/>
              <a:t>Časté chyby p</a:t>
            </a:r>
            <a:r>
              <a:rPr lang="cs-CZ" dirty="0" err="1"/>
              <a:t>ri</a:t>
            </a:r>
            <a:r>
              <a:rPr lang="cs-CZ" dirty="0"/>
              <a:t> </a:t>
            </a:r>
            <a:r>
              <a:rPr lang="cs-CZ" dirty="0" err="1"/>
              <a:t>separácii</a:t>
            </a:r>
            <a:r>
              <a:rPr lang="cs-CZ" dirty="0"/>
              <a:t> (</a:t>
            </a:r>
            <a:r>
              <a:rPr lang="cs-CZ" dirty="0" err="1"/>
              <a:t>znečistenie</a:t>
            </a:r>
            <a:r>
              <a:rPr lang="cs-CZ" dirty="0"/>
              <a:t> recyklovaného odpadu)</a:t>
            </a:r>
          </a:p>
          <a:p>
            <a:r>
              <a:rPr lang="cs-CZ" dirty="0"/>
              <a:t>Nízká </a:t>
            </a:r>
            <a:r>
              <a:rPr lang="cs-CZ" dirty="0" err="1"/>
              <a:t>motivácia</a:t>
            </a:r>
            <a:r>
              <a:rPr lang="cs-CZ" dirty="0"/>
              <a:t> </a:t>
            </a:r>
            <a:r>
              <a:rPr lang="cs-CZ" dirty="0" err="1"/>
              <a:t>triediť</a:t>
            </a:r>
            <a:endParaRPr lang="cs-SK" dirty="0"/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FBB4C0AA-DB5C-8198-006B-4A27F5F7378B}"/>
              </a:ext>
            </a:extLst>
          </p:cNvPr>
          <p:cNvSpPr txBox="1">
            <a:spLocks/>
          </p:cNvSpPr>
          <p:nvPr/>
        </p:nvSpPr>
        <p:spPr>
          <a:xfrm>
            <a:off x="838200" y="41362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SK" b="1" dirty="0"/>
              <a:t>Riešenie – SmartSort Bin</a:t>
            </a:r>
            <a:r>
              <a:rPr lang="cs-SK" dirty="0"/>
              <a:t>:</a:t>
            </a:r>
          </a:p>
          <a:p>
            <a:r>
              <a:rPr lang="cs-SK" dirty="0"/>
              <a:t>Inteligentný kôš s využitím AI a počítačového videnia</a:t>
            </a:r>
          </a:p>
          <a:p>
            <a:r>
              <a:rPr lang="cs-SK" dirty="0"/>
              <a:t>Automatické rozpoznanie typu odpadu</a:t>
            </a:r>
          </a:p>
          <a:p>
            <a:r>
              <a:rPr lang="cs-SK" dirty="0"/>
              <a:t>Eliminácia ľudskej chyby</a:t>
            </a:r>
          </a:p>
        </p:txBody>
      </p:sp>
    </p:spTree>
    <p:extLst>
      <p:ext uri="{BB962C8B-B14F-4D97-AF65-F5344CB8AC3E}">
        <p14:creationId xmlns:p14="http://schemas.microsoft.com/office/powerpoint/2010/main" val="277246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F9E3CD-B78F-F8EF-C1BD-F34310E8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>
                <a:latin typeface="+mn-lt"/>
              </a:rPr>
              <a:t>Pre koho je systém určený?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DE6348-B49F-8B06-F657-984E2E0BD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SK" b="1" dirty="0"/>
              <a:t>Bežní používatelia</a:t>
            </a:r>
            <a:r>
              <a:rPr lang="cs-SK" dirty="0"/>
              <a:t>: Domácnosti, verejné priestory (stanice, centrá) – potrebujú jednoduchosť („vhodím a neriešim“)</a:t>
            </a:r>
          </a:p>
          <a:p>
            <a:r>
              <a:rPr lang="cs-SK" b="1" dirty="0"/>
              <a:t>Študenti a školy</a:t>
            </a:r>
            <a:r>
              <a:rPr lang="cs-SK" dirty="0"/>
              <a:t>: Edukačný rozmer – koš učí, ako správne triediť</a:t>
            </a:r>
          </a:p>
          <a:p>
            <a:r>
              <a:rPr lang="cs-SK" b="1" dirty="0"/>
              <a:t>Správcovia zariadenia</a:t>
            </a:r>
            <a:r>
              <a:rPr lang="cs-SK" dirty="0"/>
              <a:t>: Údržba a technický personál – potrebujú vedieť, kedy je kôš plný</a:t>
            </a:r>
          </a:p>
        </p:txBody>
      </p:sp>
    </p:spTree>
    <p:extLst>
      <p:ext uri="{BB962C8B-B14F-4D97-AF65-F5344CB8AC3E}">
        <p14:creationId xmlns:p14="http://schemas.microsoft.com/office/powerpoint/2010/main" val="2368489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46D9EE-FF13-FA6D-BA9E-2B2C55E5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>
                <a:latin typeface="+mn-lt"/>
              </a:rPr>
              <a:t>Scenár používania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1014D4-600D-9F0E-A735-8ADB60AEB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85827"/>
            <a:ext cx="6543502" cy="6520353"/>
          </a:xfrm>
        </p:spPr>
        <p:txBody>
          <a:bodyPr>
            <a:normAutofit/>
          </a:bodyPr>
          <a:lstStyle/>
          <a:p>
            <a:r>
              <a:rPr lang="cs-CZ" dirty="0"/>
              <a:t>1. </a:t>
            </a:r>
            <a:r>
              <a:rPr lang="cs-CZ" b="1" dirty="0" err="1"/>
              <a:t>Vloženie</a:t>
            </a:r>
            <a:r>
              <a:rPr lang="cs-CZ" dirty="0"/>
              <a:t>: </a:t>
            </a:r>
            <a:r>
              <a:rPr lang="cs-CZ" dirty="0" err="1"/>
              <a:t>Používateľ</a:t>
            </a:r>
            <a:r>
              <a:rPr lang="cs-CZ" dirty="0"/>
              <a:t> vloží </a:t>
            </a:r>
            <a:r>
              <a:rPr lang="cs-CZ" dirty="0" err="1"/>
              <a:t>predmet</a:t>
            </a:r>
            <a:r>
              <a:rPr lang="cs-CZ" dirty="0"/>
              <a:t> do vstupného otvoru</a:t>
            </a:r>
          </a:p>
          <a:p>
            <a:r>
              <a:rPr lang="cs-CZ" dirty="0"/>
              <a:t>2. </a:t>
            </a:r>
            <a:r>
              <a:rPr lang="cs-CZ" b="1" dirty="0" err="1"/>
              <a:t>Detekcia</a:t>
            </a:r>
            <a:r>
              <a:rPr lang="cs-CZ" b="1" dirty="0"/>
              <a:t> &amp; Analýza</a:t>
            </a:r>
            <a:r>
              <a:rPr lang="cs-CZ" dirty="0"/>
              <a:t>: Senzory a kamera </a:t>
            </a:r>
            <a:r>
              <a:rPr lang="cs-CZ" dirty="0" err="1"/>
              <a:t>aktivujú</a:t>
            </a:r>
            <a:r>
              <a:rPr lang="cs-CZ" dirty="0"/>
              <a:t> AI model (</a:t>
            </a:r>
            <a:r>
              <a:rPr lang="cs-CZ" dirty="0" err="1"/>
              <a:t>rozpoznanie</a:t>
            </a:r>
            <a:r>
              <a:rPr lang="cs-CZ" dirty="0"/>
              <a:t> materiálu, tvaru)</a:t>
            </a:r>
          </a:p>
          <a:p>
            <a:r>
              <a:rPr lang="cs-CZ" dirty="0"/>
              <a:t>3. </a:t>
            </a:r>
            <a:r>
              <a:rPr lang="cs-CZ" b="1" dirty="0" err="1"/>
              <a:t>Interakcia</a:t>
            </a:r>
            <a:r>
              <a:rPr lang="cs-CZ" dirty="0"/>
              <a:t>: Displej zobrazí </a:t>
            </a:r>
            <a:r>
              <a:rPr lang="cs-CZ" dirty="0" err="1"/>
              <a:t>výsledok</a:t>
            </a:r>
            <a:r>
              <a:rPr lang="cs-CZ" dirty="0"/>
              <a:t> (</a:t>
            </a:r>
            <a:r>
              <a:rPr lang="cs-CZ" dirty="0" err="1"/>
              <a:t>napr</a:t>
            </a:r>
            <a:r>
              <a:rPr lang="cs-CZ" dirty="0"/>
              <a:t>. „Plast“)</a:t>
            </a:r>
          </a:p>
          <a:p>
            <a:r>
              <a:rPr lang="cs-CZ" dirty="0"/>
              <a:t>4. </a:t>
            </a:r>
            <a:r>
              <a:rPr lang="cs-CZ" b="1" dirty="0" err="1"/>
              <a:t>Potvrdenie</a:t>
            </a:r>
            <a:r>
              <a:rPr lang="cs-CZ" b="1" dirty="0"/>
              <a:t>/Oprava</a:t>
            </a:r>
            <a:r>
              <a:rPr lang="cs-CZ" dirty="0"/>
              <a:t>: 3-sekundové okno na </a:t>
            </a:r>
            <a:r>
              <a:rPr lang="cs-CZ" dirty="0" err="1"/>
              <a:t>prípadnú</a:t>
            </a:r>
            <a:r>
              <a:rPr lang="cs-CZ" dirty="0"/>
              <a:t> opravu </a:t>
            </a:r>
            <a:r>
              <a:rPr lang="cs-CZ" dirty="0" err="1"/>
              <a:t>používateľom</a:t>
            </a:r>
            <a:endParaRPr lang="cs-CZ" dirty="0"/>
          </a:p>
          <a:p>
            <a:r>
              <a:rPr lang="cs-CZ" dirty="0"/>
              <a:t>5. </a:t>
            </a:r>
            <a:r>
              <a:rPr lang="cs-CZ" b="1" dirty="0" err="1"/>
              <a:t>Triedenie</a:t>
            </a:r>
            <a:r>
              <a:rPr lang="cs-CZ" dirty="0"/>
              <a:t>: Mechanizmus </a:t>
            </a:r>
            <a:r>
              <a:rPr lang="cs-CZ" dirty="0" err="1"/>
              <a:t>presunie</a:t>
            </a:r>
            <a:r>
              <a:rPr lang="cs-CZ" dirty="0"/>
              <a:t> odpad do </a:t>
            </a:r>
            <a:r>
              <a:rPr lang="cs-CZ" dirty="0" err="1"/>
              <a:t>správneho</a:t>
            </a:r>
            <a:r>
              <a:rPr lang="cs-CZ" dirty="0"/>
              <a:t> </a:t>
            </a:r>
            <a:r>
              <a:rPr lang="cs-CZ" dirty="0" err="1"/>
              <a:t>kontajnera</a:t>
            </a:r>
            <a:endParaRPr lang="cs-CZ" dirty="0"/>
          </a:p>
        </p:txBody>
      </p:sp>
      <p:pic>
        <p:nvPicPr>
          <p:cNvPr id="1028" name="Picture 4" descr="Printable Earth Day Worksheets for Kids, Preschool Recycle Sheets, Digital  Recycling Activities, Waste Sorting Practice, Pre-k Sort by Waste - Etsy">
            <a:extLst>
              <a:ext uri="{FF2B5EF4-FFF2-40B4-BE49-F238E27FC236}">
                <a16:creationId xmlns:a16="http://schemas.microsoft.com/office/drawing/2014/main" id="{362A4CE8-8771-ADBE-6B14-56C72D36D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703" y="2864913"/>
            <a:ext cx="4589540" cy="3627962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C554481-1B6C-63BC-D37D-68EF648FC628}"/>
              </a:ext>
            </a:extLst>
          </p:cNvPr>
          <p:cNvSpPr txBox="1"/>
          <p:nvPr/>
        </p:nvSpPr>
        <p:spPr>
          <a:xfrm>
            <a:off x="7381703" y="6492875"/>
            <a:ext cx="490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SK" sz="1200" i="1" dirty="0"/>
              <a:t>Fig 1</a:t>
            </a:r>
          </a:p>
        </p:txBody>
      </p:sp>
    </p:spTree>
    <p:extLst>
      <p:ext uri="{BB962C8B-B14F-4D97-AF65-F5344CB8AC3E}">
        <p14:creationId xmlns:p14="http://schemas.microsoft.com/office/powerpoint/2010/main" val="166391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9D7043-F374-7D19-60C5-90A87279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>
                <a:latin typeface="+mn-lt"/>
              </a:rPr>
              <a:t>Čo systém dokáže?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E49029-4380-2143-F4B5-0C58B029A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496"/>
            <a:ext cx="6543503" cy="7285124"/>
          </a:xfrm>
        </p:spPr>
        <p:txBody>
          <a:bodyPr>
            <a:normAutofit/>
          </a:bodyPr>
          <a:lstStyle/>
          <a:p>
            <a:r>
              <a:rPr lang="cs-CZ" b="1" dirty="0" err="1"/>
              <a:t>Automatizácia</a:t>
            </a:r>
            <a:r>
              <a:rPr lang="cs-CZ" b="1" dirty="0"/>
              <a:t> (UR1, UR2)</a:t>
            </a:r>
            <a:r>
              <a:rPr lang="cs-CZ" dirty="0"/>
              <a:t>: </a:t>
            </a:r>
            <a:r>
              <a:rPr lang="cs-CZ" dirty="0" err="1"/>
              <a:t>Rozpoznanie</a:t>
            </a:r>
            <a:r>
              <a:rPr lang="cs-CZ" dirty="0"/>
              <a:t> a fyzické </a:t>
            </a:r>
            <a:r>
              <a:rPr lang="cs-CZ" dirty="0" err="1"/>
              <a:t>vytriedenie</a:t>
            </a:r>
            <a:r>
              <a:rPr lang="cs-CZ" dirty="0"/>
              <a:t> bez zásahu </a:t>
            </a:r>
            <a:r>
              <a:rPr lang="cs-CZ" dirty="0" err="1"/>
              <a:t>človeka</a:t>
            </a:r>
            <a:endParaRPr lang="cs-CZ" dirty="0"/>
          </a:p>
          <a:p>
            <a:r>
              <a:rPr lang="cs-CZ" b="1" dirty="0" err="1"/>
              <a:t>Spätná</a:t>
            </a:r>
            <a:r>
              <a:rPr lang="cs-CZ" b="1" dirty="0"/>
              <a:t> </a:t>
            </a:r>
            <a:r>
              <a:rPr lang="cs-CZ" b="1" dirty="0" err="1"/>
              <a:t>väzba</a:t>
            </a:r>
            <a:r>
              <a:rPr lang="cs-CZ" b="1" dirty="0"/>
              <a:t> (UR3, UR4)</a:t>
            </a:r>
            <a:r>
              <a:rPr lang="cs-CZ" dirty="0"/>
              <a:t>:</a:t>
            </a:r>
            <a:r>
              <a:rPr lang="cs-CZ" b="1" dirty="0"/>
              <a:t> </a:t>
            </a:r>
            <a:r>
              <a:rPr lang="cs-CZ" dirty="0" err="1"/>
              <a:t>Vizuálna</a:t>
            </a:r>
            <a:r>
              <a:rPr lang="cs-CZ" dirty="0"/>
              <a:t> </a:t>
            </a:r>
            <a:r>
              <a:rPr lang="cs-CZ" dirty="0" err="1"/>
              <a:t>signalizácia</a:t>
            </a:r>
            <a:r>
              <a:rPr lang="cs-CZ" dirty="0"/>
              <a:t> </a:t>
            </a:r>
            <a:r>
              <a:rPr lang="cs-CZ" dirty="0" err="1"/>
              <a:t>kategórie</a:t>
            </a:r>
            <a:r>
              <a:rPr lang="cs-CZ" dirty="0"/>
              <a:t> a </a:t>
            </a:r>
            <a:r>
              <a:rPr lang="cs-CZ" dirty="0" err="1"/>
              <a:t>možnosť</a:t>
            </a:r>
            <a:r>
              <a:rPr lang="cs-CZ" dirty="0"/>
              <a:t> </a:t>
            </a:r>
            <a:r>
              <a:rPr lang="cs-CZ" dirty="0" err="1"/>
              <a:t>manuálnej</a:t>
            </a:r>
            <a:r>
              <a:rPr lang="cs-CZ" dirty="0"/>
              <a:t> opravy (</a:t>
            </a:r>
            <a:r>
              <a:rPr lang="cs-CZ" dirty="0" err="1"/>
              <a:t>Fig</a:t>
            </a:r>
            <a:r>
              <a:rPr lang="cs-CZ" dirty="0"/>
              <a:t> 2)</a:t>
            </a:r>
          </a:p>
          <a:p>
            <a:r>
              <a:rPr lang="cs-CZ" b="1" dirty="0" err="1"/>
              <a:t>Učenie</a:t>
            </a:r>
            <a:r>
              <a:rPr lang="cs-CZ" b="1" dirty="0"/>
              <a:t> </a:t>
            </a:r>
            <a:r>
              <a:rPr lang="cs-CZ" b="1" dirty="0" err="1"/>
              <a:t>sa</a:t>
            </a:r>
            <a:r>
              <a:rPr lang="cs-CZ" b="1" dirty="0"/>
              <a:t> (UR5)</a:t>
            </a:r>
            <a:r>
              <a:rPr lang="cs-CZ" dirty="0"/>
              <a:t>:</a:t>
            </a:r>
            <a:r>
              <a:rPr lang="cs-CZ" b="1" dirty="0"/>
              <a:t> </a:t>
            </a:r>
            <a:r>
              <a:rPr lang="cs-CZ" dirty="0" err="1"/>
              <a:t>Dáta</a:t>
            </a:r>
            <a:r>
              <a:rPr lang="cs-CZ" dirty="0"/>
              <a:t> z </a:t>
            </a:r>
            <a:r>
              <a:rPr lang="cs-CZ" dirty="0" err="1"/>
              <a:t>opráv</a:t>
            </a:r>
            <a:r>
              <a:rPr lang="cs-CZ" dirty="0"/>
              <a:t> </a:t>
            </a:r>
            <a:r>
              <a:rPr lang="cs-CZ" dirty="0" err="1"/>
              <a:t>sa</a:t>
            </a:r>
            <a:r>
              <a:rPr lang="cs-CZ" dirty="0"/>
              <a:t> </a:t>
            </a:r>
            <a:r>
              <a:rPr lang="cs-CZ" dirty="0" err="1"/>
              <a:t>ukladajú</a:t>
            </a:r>
            <a:r>
              <a:rPr lang="cs-CZ" dirty="0"/>
              <a:t> na </a:t>
            </a:r>
            <a:r>
              <a:rPr lang="cs-CZ" dirty="0" err="1"/>
              <a:t>vylepšovanie</a:t>
            </a:r>
            <a:r>
              <a:rPr lang="cs-CZ" dirty="0"/>
              <a:t> </a:t>
            </a:r>
            <a:r>
              <a:rPr lang="cs-CZ" dirty="0" err="1"/>
              <a:t>presnosti</a:t>
            </a:r>
            <a:r>
              <a:rPr lang="cs-CZ" dirty="0"/>
              <a:t> modelu</a:t>
            </a:r>
          </a:p>
          <a:p>
            <a:r>
              <a:rPr lang="cs-CZ" b="1" dirty="0"/>
              <a:t>Monitoring (UR8)</a:t>
            </a:r>
            <a:r>
              <a:rPr lang="cs-CZ" dirty="0"/>
              <a:t>:</a:t>
            </a:r>
            <a:r>
              <a:rPr lang="cs-CZ" b="1" dirty="0"/>
              <a:t> </a:t>
            </a:r>
            <a:r>
              <a:rPr lang="cs-CZ" dirty="0" err="1"/>
              <a:t>Notikácia</a:t>
            </a:r>
            <a:r>
              <a:rPr lang="cs-CZ" dirty="0"/>
              <a:t> správcovi </a:t>
            </a:r>
            <a:r>
              <a:rPr lang="cs-CZ" dirty="0" err="1"/>
              <a:t>pri</a:t>
            </a:r>
            <a:r>
              <a:rPr lang="cs-CZ" dirty="0"/>
              <a:t> </a:t>
            </a:r>
            <a:r>
              <a:rPr lang="cs-CZ" dirty="0" err="1"/>
              <a:t>naplnení</a:t>
            </a:r>
            <a:r>
              <a:rPr lang="cs-CZ" dirty="0"/>
              <a:t> kapacity (90 %)</a:t>
            </a:r>
          </a:p>
        </p:txBody>
      </p:sp>
      <p:pic>
        <p:nvPicPr>
          <p:cNvPr id="4" name="Picture 2" descr="Transforming Waste Management in Co-Working Spaces with Ameru's AI Smart Bin">
            <a:extLst>
              <a:ext uri="{FF2B5EF4-FFF2-40B4-BE49-F238E27FC236}">
                <a16:creationId xmlns:a16="http://schemas.microsoft.com/office/drawing/2014/main" id="{DAE1C628-FE0E-5B6E-4858-4FDCD1107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703" y="3869242"/>
            <a:ext cx="4477789" cy="262363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81018F1-FDE9-D157-85B0-E363E29B8D37}"/>
              </a:ext>
            </a:extLst>
          </p:cNvPr>
          <p:cNvSpPr txBox="1"/>
          <p:nvPr/>
        </p:nvSpPr>
        <p:spPr>
          <a:xfrm>
            <a:off x="7381703" y="6492875"/>
            <a:ext cx="490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SK" sz="1200" i="1" dirty="0"/>
              <a:t>Fig 2</a:t>
            </a:r>
          </a:p>
        </p:txBody>
      </p:sp>
    </p:spTree>
    <p:extLst>
      <p:ext uri="{BB962C8B-B14F-4D97-AF65-F5344CB8AC3E}">
        <p14:creationId xmlns:p14="http://schemas.microsoft.com/office/powerpoint/2010/main" val="2751193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763D58-618F-EBF3-B4D2-1F6470C8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>
                <a:latin typeface="+mn-lt"/>
              </a:rPr>
              <a:t>Kvalitatívne parametre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39A92F-AEE1-E712-0FFD-4B66A3549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 err="1"/>
              <a:t>Rýchlosť</a:t>
            </a:r>
            <a:r>
              <a:rPr lang="cs-CZ" b="1" dirty="0"/>
              <a:t> </a:t>
            </a:r>
            <a:r>
              <a:rPr lang="cs-CZ" b="1" dirty="0" err="1"/>
              <a:t>odozvy</a:t>
            </a:r>
            <a:r>
              <a:rPr lang="cs-CZ" dirty="0"/>
              <a:t>: Celý proces </a:t>
            </a:r>
            <a:r>
              <a:rPr lang="cs-CZ" dirty="0" err="1"/>
              <a:t>vyhodnotenia</a:t>
            </a:r>
            <a:r>
              <a:rPr lang="cs-CZ" dirty="0"/>
              <a:t> do 3 </a:t>
            </a:r>
            <a:r>
              <a:rPr lang="cs-CZ" dirty="0" err="1"/>
              <a:t>sekúnd</a:t>
            </a:r>
            <a:endParaRPr lang="cs-CZ" dirty="0"/>
          </a:p>
          <a:p>
            <a:r>
              <a:rPr lang="cs-CZ" b="1" dirty="0" err="1"/>
              <a:t>Presnosť</a:t>
            </a:r>
            <a:r>
              <a:rPr lang="cs-CZ" b="1" dirty="0"/>
              <a:t> AI</a:t>
            </a:r>
            <a:r>
              <a:rPr lang="cs-CZ" dirty="0"/>
              <a:t>: </a:t>
            </a:r>
            <a:r>
              <a:rPr lang="cs-CZ" dirty="0" err="1"/>
              <a:t>Minimálna</a:t>
            </a:r>
            <a:r>
              <a:rPr lang="cs-CZ" dirty="0"/>
              <a:t> </a:t>
            </a:r>
            <a:r>
              <a:rPr lang="cs-CZ" dirty="0" err="1"/>
              <a:t>úspešnosť</a:t>
            </a:r>
            <a:r>
              <a:rPr lang="cs-CZ" dirty="0"/>
              <a:t> </a:t>
            </a:r>
            <a:r>
              <a:rPr lang="cs-CZ" dirty="0" err="1"/>
              <a:t>rozpoznania</a:t>
            </a:r>
            <a:r>
              <a:rPr lang="cs-CZ" dirty="0"/>
              <a:t> 90 %</a:t>
            </a:r>
          </a:p>
          <a:p>
            <a:r>
              <a:rPr lang="cs-CZ" b="1" dirty="0" err="1"/>
              <a:t>Bezpečnosť</a:t>
            </a:r>
            <a:r>
              <a:rPr lang="cs-CZ" dirty="0"/>
              <a:t>: Ochrana </a:t>
            </a:r>
            <a:r>
              <a:rPr lang="cs-CZ" dirty="0" err="1"/>
              <a:t>používateľa</a:t>
            </a:r>
            <a:r>
              <a:rPr lang="cs-CZ" dirty="0"/>
              <a:t> </a:t>
            </a:r>
            <a:r>
              <a:rPr lang="cs-CZ" dirty="0" err="1"/>
              <a:t>pred</a:t>
            </a:r>
            <a:r>
              <a:rPr lang="cs-CZ" dirty="0"/>
              <a:t> pohyblivými </a:t>
            </a:r>
            <a:r>
              <a:rPr lang="cs-CZ" dirty="0" err="1"/>
              <a:t>časťami</a:t>
            </a:r>
            <a:endParaRPr lang="cs-CZ" dirty="0"/>
          </a:p>
          <a:p>
            <a:r>
              <a:rPr lang="cs-CZ" b="1" dirty="0" err="1"/>
              <a:t>Jednoduchosť</a:t>
            </a:r>
            <a:r>
              <a:rPr lang="cs-CZ" dirty="0"/>
              <a:t>: </a:t>
            </a:r>
            <a:r>
              <a:rPr lang="cs-CZ" dirty="0" err="1"/>
              <a:t>Intuitívne</a:t>
            </a:r>
            <a:r>
              <a:rPr lang="cs-CZ" dirty="0"/>
              <a:t> </a:t>
            </a:r>
            <a:r>
              <a:rPr lang="cs-CZ" dirty="0" err="1"/>
              <a:t>rozhranie</a:t>
            </a:r>
            <a:r>
              <a:rPr lang="cs-CZ" dirty="0"/>
              <a:t> bez </a:t>
            </a:r>
            <a:r>
              <a:rPr lang="cs-CZ" dirty="0" err="1"/>
              <a:t>potreby</a:t>
            </a:r>
            <a:r>
              <a:rPr lang="cs-CZ" dirty="0"/>
              <a:t> </a:t>
            </a:r>
            <a:r>
              <a:rPr lang="cs-CZ" dirty="0" err="1"/>
              <a:t>školenia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25858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6601F9-E369-3766-ABEC-26838E5D9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SK" b="1" dirty="0">
                <a:latin typeface="+mn-lt"/>
              </a:rPr>
              <a:t>Zhrnutie prínosov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B9B4FC-874F-EC76-1407-37234D099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Zjednodušenie</a:t>
            </a:r>
            <a:r>
              <a:rPr lang="cs-CZ" dirty="0"/>
              <a:t> </a:t>
            </a:r>
            <a:r>
              <a:rPr lang="cs-CZ" dirty="0" err="1"/>
              <a:t>recyklácie</a:t>
            </a:r>
            <a:r>
              <a:rPr lang="cs-CZ" dirty="0"/>
              <a:t> </a:t>
            </a:r>
            <a:r>
              <a:rPr lang="cs-CZ" dirty="0" err="1"/>
              <a:t>pre</a:t>
            </a:r>
            <a:r>
              <a:rPr lang="cs-CZ" dirty="0"/>
              <a:t> </a:t>
            </a:r>
            <a:r>
              <a:rPr lang="cs-CZ" dirty="0" err="1"/>
              <a:t>verejnosť</a:t>
            </a:r>
            <a:endParaRPr lang="cs-CZ" dirty="0"/>
          </a:p>
          <a:p>
            <a:r>
              <a:rPr lang="cs-CZ" dirty="0" err="1"/>
              <a:t>Zvýšenie</a:t>
            </a:r>
            <a:r>
              <a:rPr lang="cs-CZ" dirty="0"/>
              <a:t> čistoty </a:t>
            </a:r>
            <a:r>
              <a:rPr lang="cs-CZ" dirty="0" err="1"/>
              <a:t>vytriedeného</a:t>
            </a:r>
            <a:r>
              <a:rPr lang="cs-CZ" dirty="0"/>
              <a:t> odpadu</a:t>
            </a:r>
          </a:p>
          <a:p>
            <a:r>
              <a:rPr lang="cs-CZ" dirty="0" err="1"/>
              <a:t>Zber</a:t>
            </a:r>
            <a:r>
              <a:rPr lang="cs-CZ" dirty="0"/>
              <a:t> dát </a:t>
            </a:r>
            <a:r>
              <a:rPr lang="cs-CZ" dirty="0" err="1"/>
              <a:t>pre</a:t>
            </a:r>
            <a:r>
              <a:rPr lang="cs-CZ" dirty="0"/>
              <a:t> </a:t>
            </a:r>
            <a:r>
              <a:rPr lang="cs-CZ" dirty="0" err="1"/>
              <a:t>ďalší</a:t>
            </a:r>
            <a:r>
              <a:rPr lang="cs-CZ" dirty="0"/>
              <a:t> vývoj AI v </a:t>
            </a:r>
            <a:r>
              <a:rPr lang="cs-CZ" dirty="0" err="1"/>
              <a:t>odpadovom</a:t>
            </a:r>
            <a:r>
              <a:rPr lang="cs-CZ" dirty="0"/>
              <a:t> </a:t>
            </a:r>
            <a:r>
              <a:rPr lang="cs-CZ" dirty="0" err="1"/>
              <a:t>hospodárstve</a:t>
            </a:r>
            <a:endParaRPr lang="cs-CZ" dirty="0"/>
          </a:p>
        </p:txBody>
      </p:sp>
      <p:pic>
        <p:nvPicPr>
          <p:cNvPr id="2050" name="Picture 2" descr="The Dos and Don'ts of Recycling">
            <a:extLst>
              <a:ext uri="{FF2B5EF4-FFF2-40B4-BE49-F238E27FC236}">
                <a16:creationId xmlns:a16="http://schemas.microsoft.com/office/drawing/2014/main" id="{B6B3E2D7-EBB9-6865-A717-D315BDB77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86624"/>
            <a:ext cx="3900055" cy="260003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7A7A0514-7CB4-B319-09D7-808CAC1D9C9D}"/>
              </a:ext>
            </a:extLst>
          </p:cNvPr>
          <p:cNvSpPr txBox="1"/>
          <p:nvPr/>
        </p:nvSpPr>
        <p:spPr>
          <a:xfrm>
            <a:off x="838200" y="6173400"/>
            <a:ext cx="490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SK" sz="1200" i="1" dirty="0"/>
              <a:t>Fig 3</a:t>
            </a:r>
          </a:p>
        </p:txBody>
      </p:sp>
    </p:spTree>
    <p:extLst>
      <p:ext uri="{BB962C8B-B14F-4D97-AF65-F5344CB8AC3E}">
        <p14:creationId xmlns:p14="http://schemas.microsoft.com/office/powerpoint/2010/main" val="978618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469D81-2F70-75AE-A21B-0F702836F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SK" b="1" dirty="0">
                <a:latin typeface="+mn-lt"/>
              </a:rPr>
              <a:t>Ďakujeme za pozornosť</a:t>
            </a:r>
          </a:p>
        </p:txBody>
      </p:sp>
    </p:spTree>
    <p:extLst>
      <p:ext uri="{BB962C8B-B14F-4D97-AF65-F5344CB8AC3E}">
        <p14:creationId xmlns:p14="http://schemas.microsoft.com/office/powerpoint/2010/main" val="410785136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293</Words>
  <Application>Microsoft Macintosh PowerPoint</Application>
  <PresentationFormat>Širokoúhlá obrazovka</PresentationFormat>
  <Paragraphs>40</Paragraphs>
  <Slides>8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Motiv Office</vt:lpstr>
      <vt:lpstr>SmartSort Bin: Inteligentné triedenie odpadu</vt:lpstr>
      <vt:lpstr>Motivácia Projektu</vt:lpstr>
      <vt:lpstr>Pre koho je systém určený?</vt:lpstr>
      <vt:lpstr>Scenár používania</vt:lpstr>
      <vt:lpstr>Čo systém dokáže?</vt:lpstr>
      <vt:lpstr>Kvalitatívne parametre</vt:lpstr>
      <vt:lpstr>Zhrnutie prínosov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 Vojteková</dc:creator>
  <cp:lastModifiedBy>Ema Vojteková</cp:lastModifiedBy>
  <cp:revision>3</cp:revision>
  <dcterms:created xsi:type="dcterms:W3CDTF">2026-02-19T09:17:19Z</dcterms:created>
  <dcterms:modified xsi:type="dcterms:W3CDTF">2026-02-19T12:49:32Z</dcterms:modified>
</cp:coreProperties>
</file>