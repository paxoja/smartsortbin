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5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cs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19"/>
    <p:restoredTop sz="94709"/>
  </p:normalViewPr>
  <p:slideViewPr>
    <p:cSldViewPr snapToGrid="0">
      <p:cViewPr varScale="1">
        <p:scale>
          <a:sx n="141" d="100"/>
          <a:sy n="141" d="100"/>
        </p:scale>
        <p:origin x="22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SK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FDC97B-7308-5F41-A06D-BAD3218569A5}" type="datetimeFigureOut">
              <a:rPr lang="cs-SK" smtClean="0"/>
              <a:t>2/23/26</a:t>
            </a:fld>
            <a:endParaRPr lang="cs-SK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SK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SK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SK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3E3BA4-A685-0F43-A9A5-B1587836086C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2546465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SK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3E3BA4-A685-0F43-A9A5-B1587836086C}" type="slidenum">
              <a:rPr lang="cs-SK" smtClean="0"/>
              <a:t>8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689210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07A0C72-F29D-0A26-4689-67484125E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1DDFE4E-AB15-9B8E-1FD5-0B516CF325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SK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1A8358B-443B-EF38-149C-3C30CB5A0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7004-CE3A-314D-9156-72A418A87497}" type="datetimeFigureOut">
              <a:rPr lang="cs-SK" smtClean="0"/>
              <a:t>2/23/26</a:t>
            </a:fld>
            <a:endParaRPr lang="cs-SK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EA1F283-F16D-8D2A-4CC1-7593A943D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6A531CA-B40C-B860-9E63-69DB6140B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71D-0528-AD4D-8283-10CDF6A87B91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1830780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4AB6CD-7FD1-1647-2A5F-8770D350F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1313FEF-4D6B-1570-AD8F-0EB2C7BB4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SK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DD2295A-0242-97EB-5CE4-6D09A0AC3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7004-CE3A-314D-9156-72A418A87497}" type="datetimeFigureOut">
              <a:rPr lang="cs-SK" smtClean="0"/>
              <a:t>2/23/26</a:t>
            </a:fld>
            <a:endParaRPr lang="cs-SK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A28571A-0A60-44E2-048D-5F4BB7720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EE47E38-4133-4D49-61BF-64A00B9C3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71D-0528-AD4D-8283-10CDF6A87B91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1094478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0A296E4-2E64-230C-E347-8709BC125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2358C20-8334-4FF6-27F8-64CE5CB17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E7E2E8D-856E-FE5F-6579-A974D20E4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7004-CE3A-314D-9156-72A418A87497}" type="datetimeFigureOut">
              <a:rPr lang="cs-SK" smtClean="0"/>
              <a:t>2/23/26</a:t>
            </a:fld>
            <a:endParaRPr lang="cs-SK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B78EDCF-C745-A215-961F-06B6E5466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93AF6A8-3FAD-28D0-6597-B7F53944C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71D-0528-AD4D-8283-10CDF6A87B91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4160993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D11D8D5-9599-EDCC-5339-9BFD4350A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CAA9727-D343-FDD1-8A4C-48F8FC5F57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SK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1AAC7537-1945-EAEE-7C4C-985BDBEEEB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SK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8680B03-96C4-7AA2-80D8-747139216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7004-CE3A-314D-9156-72A418A87497}" type="datetimeFigureOut">
              <a:rPr lang="cs-SK" smtClean="0"/>
              <a:t>2/23/26</a:t>
            </a:fld>
            <a:endParaRPr lang="cs-SK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C87509D-B15F-2A4D-0077-CCC8E4543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C976514-69A2-39BC-B12B-B8072B859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71D-0528-AD4D-8283-10CDF6A87B91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4197660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483DC31-F4DE-7168-BA72-A992F0632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81496E8-25E5-86A8-BC1E-F7B0E9D3A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5F89605-47FA-0EE2-00AB-938A5AB3C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SK"/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A9234870-4149-ACEF-598D-C0E8289648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8404D93-8294-E5AD-80B3-6EC62A9ABA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SK"/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F281B91B-11F6-FEBF-456A-BABFC8FF1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7004-CE3A-314D-9156-72A418A87497}" type="datetimeFigureOut">
              <a:rPr lang="cs-SK" smtClean="0"/>
              <a:t>2/23/26</a:t>
            </a:fld>
            <a:endParaRPr lang="cs-SK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5EB64B2D-626F-DAD6-8ADB-C3784E9B2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D07A28E3-3886-43CA-53D6-0EBE01FFE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71D-0528-AD4D-8283-10CDF6A87B91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2756664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2B433CB-425D-EDF6-B479-7D13DC61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4DF0E151-D9C5-CAD9-93B9-B9867BC23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7004-CE3A-314D-9156-72A418A87497}" type="datetimeFigureOut">
              <a:rPr lang="cs-SK" smtClean="0"/>
              <a:t>2/23/26</a:t>
            </a:fld>
            <a:endParaRPr lang="cs-SK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8765B2E3-C606-923E-EDC2-92420AAEB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4DA0391F-4AF0-6C7A-B7EC-A804FE0A3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71D-0528-AD4D-8283-10CDF6A87B91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4029941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3FE649D4-E7BC-4E89-5060-2E916FD0F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7004-CE3A-314D-9156-72A418A87497}" type="datetimeFigureOut">
              <a:rPr lang="cs-SK" smtClean="0"/>
              <a:t>2/23/26</a:t>
            </a:fld>
            <a:endParaRPr lang="cs-SK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FC23602B-A60D-CDC9-513E-EB8DE7A6F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BA79F09-760E-CCD2-2873-F02E296A4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71D-0528-AD4D-8283-10CDF6A87B91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3698251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CCF5686-512B-05AB-A09E-8C9A86B2A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4CC9EF0-F124-BD22-C210-4BDCD58FF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4B78333C-D031-4EA4-D231-F09670319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12C7ADA-F56D-A02A-C0BD-0A255630F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7004-CE3A-314D-9156-72A418A87497}" type="datetimeFigureOut">
              <a:rPr lang="cs-SK" smtClean="0"/>
              <a:t>2/23/26</a:t>
            </a:fld>
            <a:endParaRPr lang="cs-SK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15AB258-7E14-D5A5-3C4F-13D43ABE7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040BDEB-771B-695C-9284-BD48F70BF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71D-0528-AD4D-8283-10CDF6A87B91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1233671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2D18CA7-D4D2-75A0-BEC1-BDF8DEE38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2384E909-D697-E199-9360-F851E94BDF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CE9E76F-8B05-B6F3-06C0-E64150184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B3FCB13-C0AF-513E-D83B-0202B3FBA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7004-CE3A-314D-9156-72A418A87497}" type="datetimeFigureOut">
              <a:rPr lang="cs-SK" smtClean="0"/>
              <a:t>2/23/26</a:t>
            </a:fld>
            <a:endParaRPr lang="cs-SK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4663039-6E5E-E46B-6739-6BDB1603C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9879F62-F9BA-E070-C2CE-5115271B5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71D-0528-AD4D-8283-10CDF6A87B91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3842673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D29E99-5FF6-2458-4536-7BCFF0725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C3D4C5C0-EC06-7880-E8DD-B802578E6C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SK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53E153E-BEFD-35E7-A7E1-8EC9C94F2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7004-CE3A-314D-9156-72A418A87497}" type="datetimeFigureOut">
              <a:rPr lang="cs-SK" smtClean="0"/>
              <a:t>2/23/26</a:t>
            </a:fld>
            <a:endParaRPr lang="cs-SK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A96E680-10A8-830B-538A-8B9E22638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FC15A0C-7985-2FAD-2A6F-7A80A205E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71D-0528-AD4D-8283-10CDF6A87B91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800329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C11DAE9E-2A49-0E76-8D5E-A3D4355CE7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1B789EFC-0E34-68C7-24AC-F2A2A399B3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SK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ADFD263-90C4-A273-8541-6B794384D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7004-CE3A-314D-9156-72A418A87497}" type="datetimeFigureOut">
              <a:rPr lang="cs-SK" smtClean="0"/>
              <a:t>2/23/26</a:t>
            </a:fld>
            <a:endParaRPr lang="cs-SK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7E49C01-8D1E-AB30-83B7-8F553E2C8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802B6B5-B065-5481-2D55-A2418655E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71D-0528-AD4D-8283-10CDF6A87B91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3737171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49C70065-0A59-658E-A667-9D380E64C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99FB811-9113-EEA5-8A19-A1253E8A1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SK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86CF5EE-F861-1006-B567-2AB9D5C557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567004-CE3A-314D-9156-72A418A87497}" type="datetimeFigureOut">
              <a:rPr lang="cs-SK" smtClean="0"/>
              <a:t>2/23/26</a:t>
            </a:fld>
            <a:endParaRPr lang="cs-SK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64B32C8-CD57-E3FB-F7F6-D42965A7A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SK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1D90F23-2580-5478-705A-CF9CD6DFAF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4EA71D-0528-AD4D-8283-10CDF6A87B91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4210509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70A651-8092-8B63-0149-1B0732DD36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cs-SK" b="1" dirty="0">
                <a:latin typeface="+mn-lt"/>
              </a:rPr>
              <a:t>SmartSort Bin: Inteligentné triedenie odpadu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1222BF14-997F-5179-9D2C-B5B6F7C122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SK" b="1" dirty="0"/>
              <a:t>User Requirements</a:t>
            </a:r>
          </a:p>
        </p:txBody>
      </p:sp>
    </p:spTree>
    <p:extLst>
      <p:ext uri="{BB962C8B-B14F-4D97-AF65-F5344CB8AC3E}">
        <p14:creationId xmlns:p14="http://schemas.microsoft.com/office/powerpoint/2010/main" val="2186260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F4BBA0-AE7B-DDFB-964D-A24874466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SK" b="1" dirty="0">
                <a:latin typeface="+mn-lt"/>
                <a:cs typeface="Baloo Bhaijaan" panose="03080902040302020200" pitchFamily="66" charset="-78"/>
              </a:rPr>
              <a:t>Motivácia Projektu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BFE2216-F6CA-4249-1BEA-BDF4D5793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SK" b="1" dirty="0"/>
              <a:t>Problém</a:t>
            </a:r>
            <a:r>
              <a:rPr lang="cs-SK" dirty="0"/>
              <a:t>:</a:t>
            </a:r>
          </a:p>
          <a:p>
            <a:r>
              <a:rPr lang="cs-SK" dirty="0"/>
              <a:t>Zložité pravidlá triedenia pre bežných ľudí</a:t>
            </a:r>
          </a:p>
          <a:p>
            <a:r>
              <a:rPr lang="cs-SK" dirty="0"/>
              <a:t>Časté chyby p</a:t>
            </a:r>
            <a:r>
              <a:rPr lang="cs-CZ" dirty="0" err="1"/>
              <a:t>ri</a:t>
            </a:r>
            <a:r>
              <a:rPr lang="cs-CZ" dirty="0"/>
              <a:t> </a:t>
            </a:r>
            <a:r>
              <a:rPr lang="cs-CZ" dirty="0" err="1"/>
              <a:t>separácii</a:t>
            </a:r>
            <a:r>
              <a:rPr lang="cs-CZ" dirty="0"/>
              <a:t> (</a:t>
            </a:r>
            <a:r>
              <a:rPr lang="cs-CZ" dirty="0" err="1"/>
              <a:t>znečistenie</a:t>
            </a:r>
            <a:r>
              <a:rPr lang="cs-CZ" dirty="0"/>
              <a:t> recyklovaného odpadu)</a:t>
            </a:r>
          </a:p>
          <a:p>
            <a:r>
              <a:rPr lang="cs-CZ" dirty="0"/>
              <a:t>Nízká </a:t>
            </a:r>
            <a:r>
              <a:rPr lang="cs-CZ" dirty="0" err="1"/>
              <a:t>motivácia</a:t>
            </a:r>
            <a:r>
              <a:rPr lang="cs-CZ" dirty="0"/>
              <a:t> </a:t>
            </a:r>
            <a:r>
              <a:rPr lang="cs-CZ" dirty="0" err="1"/>
              <a:t>triediť</a:t>
            </a:r>
            <a:endParaRPr lang="cs-SK" dirty="0"/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FBB4C0AA-DB5C-8198-006B-4A27F5F7378B}"/>
              </a:ext>
            </a:extLst>
          </p:cNvPr>
          <p:cNvSpPr txBox="1">
            <a:spLocks/>
          </p:cNvSpPr>
          <p:nvPr/>
        </p:nvSpPr>
        <p:spPr>
          <a:xfrm>
            <a:off x="838200" y="413623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s-SK" b="1" dirty="0"/>
              <a:t>Riešenie – SmartSort Bin</a:t>
            </a:r>
            <a:r>
              <a:rPr lang="cs-SK" dirty="0"/>
              <a:t>:</a:t>
            </a:r>
          </a:p>
          <a:p>
            <a:r>
              <a:rPr lang="cs-SK" dirty="0"/>
              <a:t>Inteligentný kôš s využitím AI a počítačového videnia</a:t>
            </a:r>
          </a:p>
          <a:p>
            <a:r>
              <a:rPr lang="cs-SK" dirty="0"/>
              <a:t>Automatické rozpoznanie typu odpadu</a:t>
            </a:r>
          </a:p>
          <a:p>
            <a:r>
              <a:rPr lang="cs-SK" dirty="0"/>
              <a:t>Eliminácia ľudskej chyby</a:t>
            </a:r>
          </a:p>
        </p:txBody>
      </p:sp>
    </p:spTree>
    <p:extLst>
      <p:ext uri="{BB962C8B-B14F-4D97-AF65-F5344CB8AC3E}">
        <p14:creationId xmlns:p14="http://schemas.microsoft.com/office/powerpoint/2010/main" val="2772461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4F9E3CD-B78F-F8EF-C1BD-F34310E8A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SK" b="1" dirty="0">
                <a:latin typeface="+mn-lt"/>
              </a:rPr>
              <a:t>Pre koho je systém určený?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4DE6348-B49F-8B06-F657-984E2E0BD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SK" b="1" dirty="0"/>
              <a:t>Bežní používatelia</a:t>
            </a:r>
            <a:r>
              <a:rPr lang="cs-SK" dirty="0"/>
              <a:t>: Domácnosti, verejné priestory (stanice, centrá) – potrebujú jednoduchosť („vhodím a neriešim“)</a:t>
            </a:r>
          </a:p>
          <a:p>
            <a:r>
              <a:rPr lang="cs-SK" b="1" dirty="0"/>
              <a:t>Študenti a školy</a:t>
            </a:r>
            <a:r>
              <a:rPr lang="cs-SK" dirty="0"/>
              <a:t>: Edukačný rozmer – koš učí, ako správne triediť</a:t>
            </a:r>
          </a:p>
          <a:p>
            <a:r>
              <a:rPr lang="cs-SK" b="1" dirty="0"/>
              <a:t>Správcovia zariadenia</a:t>
            </a:r>
            <a:r>
              <a:rPr lang="cs-SK" dirty="0"/>
              <a:t>: Údržba a technický personál – potrebujú vedieť, kedy je kôš plný</a:t>
            </a:r>
          </a:p>
        </p:txBody>
      </p:sp>
    </p:spTree>
    <p:extLst>
      <p:ext uri="{BB962C8B-B14F-4D97-AF65-F5344CB8AC3E}">
        <p14:creationId xmlns:p14="http://schemas.microsoft.com/office/powerpoint/2010/main" val="2368489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846D9EE-FF13-FA6D-BA9E-2B2C55E57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SK" b="1" dirty="0">
                <a:latin typeface="+mn-lt"/>
              </a:rPr>
              <a:t>Scenár používania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61014D4-600D-9F0E-A735-8ADB60AEB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585827"/>
            <a:ext cx="6543502" cy="6520353"/>
          </a:xfrm>
        </p:spPr>
        <p:txBody>
          <a:bodyPr>
            <a:normAutofit/>
          </a:bodyPr>
          <a:lstStyle/>
          <a:p>
            <a:r>
              <a:rPr lang="cs-CZ" dirty="0"/>
              <a:t>1. </a:t>
            </a:r>
            <a:r>
              <a:rPr lang="cs-CZ" b="1" dirty="0" err="1"/>
              <a:t>Vloženie</a:t>
            </a:r>
            <a:r>
              <a:rPr lang="cs-CZ" dirty="0"/>
              <a:t>: </a:t>
            </a:r>
            <a:r>
              <a:rPr lang="cs-CZ" dirty="0" err="1"/>
              <a:t>Používateľ</a:t>
            </a:r>
            <a:r>
              <a:rPr lang="cs-CZ" dirty="0"/>
              <a:t> vloží </a:t>
            </a:r>
            <a:r>
              <a:rPr lang="cs-CZ" dirty="0" err="1"/>
              <a:t>predmet</a:t>
            </a:r>
            <a:r>
              <a:rPr lang="cs-CZ" dirty="0"/>
              <a:t> do vstupného otvoru</a:t>
            </a:r>
          </a:p>
          <a:p>
            <a:r>
              <a:rPr lang="cs-CZ" dirty="0"/>
              <a:t>2. </a:t>
            </a:r>
            <a:r>
              <a:rPr lang="cs-CZ" b="1" dirty="0" err="1"/>
              <a:t>Detekcia</a:t>
            </a:r>
            <a:r>
              <a:rPr lang="cs-CZ" b="1" dirty="0"/>
              <a:t> &amp; Analýza</a:t>
            </a:r>
            <a:r>
              <a:rPr lang="cs-CZ" dirty="0"/>
              <a:t>: Senzory a kamera </a:t>
            </a:r>
            <a:r>
              <a:rPr lang="cs-CZ" dirty="0" err="1"/>
              <a:t>aktivujú</a:t>
            </a:r>
            <a:r>
              <a:rPr lang="cs-CZ" dirty="0"/>
              <a:t> AI model (</a:t>
            </a:r>
            <a:r>
              <a:rPr lang="cs-CZ" dirty="0" err="1"/>
              <a:t>rozpoznanie</a:t>
            </a:r>
            <a:r>
              <a:rPr lang="cs-CZ" dirty="0"/>
              <a:t> materiálu, tvaru)</a:t>
            </a:r>
          </a:p>
          <a:p>
            <a:r>
              <a:rPr lang="cs-CZ" dirty="0"/>
              <a:t>3. </a:t>
            </a:r>
            <a:r>
              <a:rPr lang="cs-CZ" b="1" dirty="0" err="1"/>
              <a:t>Interakcia</a:t>
            </a:r>
            <a:r>
              <a:rPr lang="cs-CZ" dirty="0"/>
              <a:t>: Displej zobrazí </a:t>
            </a:r>
            <a:r>
              <a:rPr lang="cs-CZ" dirty="0" err="1"/>
              <a:t>výsledok</a:t>
            </a:r>
            <a:r>
              <a:rPr lang="cs-CZ" dirty="0"/>
              <a:t> (</a:t>
            </a:r>
            <a:r>
              <a:rPr lang="cs-CZ" dirty="0" err="1"/>
              <a:t>napr</a:t>
            </a:r>
            <a:r>
              <a:rPr lang="cs-CZ" dirty="0"/>
              <a:t>. „Plast“)</a:t>
            </a:r>
          </a:p>
          <a:p>
            <a:r>
              <a:rPr lang="cs-CZ" dirty="0"/>
              <a:t>4. </a:t>
            </a:r>
            <a:r>
              <a:rPr lang="cs-CZ" b="1" dirty="0" err="1"/>
              <a:t>Potvrdenie</a:t>
            </a:r>
            <a:r>
              <a:rPr lang="cs-CZ" b="1" dirty="0"/>
              <a:t>/Oprava</a:t>
            </a:r>
            <a:r>
              <a:rPr lang="cs-CZ" dirty="0"/>
              <a:t>: 3-sekundové okno na </a:t>
            </a:r>
            <a:r>
              <a:rPr lang="cs-CZ" dirty="0" err="1"/>
              <a:t>prípadnú</a:t>
            </a:r>
            <a:r>
              <a:rPr lang="cs-CZ" dirty="0"/>
              <a:t> opravu </a:t>
            </a:r>
            <a:r>
              <a:rPr lang="cs-CZ" dirty="0" err="1"/>
              <a:t>používateľom</a:t>
            </a:r>
            <a:endParaRPr lang="cs-CZ" dirty="0"/>
          </a:p>
          <a:p>
            <a:r>
              <a:rPr lang="cs-CZ" dirty="0"/>
              <a:t>5. </a:t>
            </a:r>
            <a:r>
              <a:rPr lang="cs-CZ" b="1" dirty="0" err="1"/>
              <a:t>Triedenie</a:t>
            </a:r>
            <a:r>
              <a:rPr lang="cs-CZ" dirty="0"/>
              <a:t>: Mechanizmus </a:t>
            </a:r>
            <a:r>
              <a:rPr lang="cs-CZ" dirty="0" err="1"/>
              <a:t>presunie</a:t>
            </a:r>
            <a:r>
              <a:rPr lang="cs-CZ" dirty="0"/>
              <a:t> odpad do </a:t>
            </a:r>
            <a:r>
              <a:rPr lang="cs-CZ" dirty="0" err="1"/>
              <a:t>správneho</a:t>
            </a:r>
            <a:r>
              <a:rPr lang="cs-CZ" dirty="0"/>
              <a:t> </a:t>
            </a:r>
            <a:r>
              <a:rPr lang="cs-CZ" dirty="0" err="1"/>
              <a:t>kontajnera</a:t>
            </a:r>
            <a:endParaRPr lang="cs-CZ" dirty="0"/>
          </a:p>
        </p:txBody>
      </p:sp>
      <p:pic>
        <p:nvPicPr>
          <p:cNvPr id="1028" name="Picture 4" descr="Printable Earth Day Worksheets for Kids, Preschool Recycle Sheets, Digital  Recycling Activities, Waste Sorting Practice, Pre-k Sort by Waste - Etsy">
            <a:extLst>
              <a:ext uri="{FF2B5EF4-FFF2-40B4-BE49-F238E27FC236}">
                <a16:creationId xmlns:a16="http://schemas.microsoft.com/office/drawing/2014/main" id="{362A4CE8-8771-ADBE-6B14-56C72D36D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1703" y="2864913"/>
            <a:ext cx="4589540" cy="3627962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EC554481-1B6C-63BC-D37D-68EF648FC628}"/>
              </a:ext>
            </a:extLst>
          </p:cNvPr>
          <p:cNvSpPr txBox="1"/>
          <p:nvPr/>
        </p:nvSpPr>
        <p:spPr>
          <a:xfrm>
            <a:off x="7381703" y="6492875"/>
            <a:ext cx="4901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SK" sz="1200" i="1" dirty="0"/>
              <a:t>Fig 1</a:t>
            </a:r>
          </a:p>
        </p:txBody>
      </p:sp>
    </p:spTree>
    <p:extLst>
      <p:ext uri="{BB962C8B-B14F-4D97-AF65-F5344CB8AC3E}">
        <p14:creationId xmlns:p14="http://schemas.microsoft.com/office/powerpoint/2010/main" val="1663918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852A3-8196-E452-4E2F-8AC106E65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073C497-8BA5-F0DC-178A-D514D9736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Používateľské</a:t>
            </a:r>
            <a:r>
              <a:rPr lang="en-GB" b="1" dirty="0"/>
              <a:t> </a:t>
            </a:r>
            <a:r>
              <a:rPr lang="en-GB" b="1" dirty="0" err="1"/>
              <a:t>požiadavky</a:t>
            </a:r>
            <a:r>
              <a:rPr lang="en-GB" b="1" dirty="0"/>
              <a:t> (1/2)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15BF44B-2896-1144-0CE2-885DC9121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9871"/>
            <a:ext cx="6718945" cy="3810562"/>
          </a:xfrm>
        </p:spPr>
        <p:txBody>
          <a:bodyPr>
            <a:normAutofit fontScale="85000" lnSpcReduction="20000"/>
          </a:bodyPr>
          <a:lstStyle/>
          <a:p>
            <a:r>
              <a:rPr lang="en-GB" b="1" dirty="0"/>
              <a:t>UR1 – </a:t>
            </a:r>
            <a:r>
              <a:rPr lang="en-GB" b="1" dirty="0" err="1"/>
              <a:t>Automatické</a:t>
            </a:r>
            <a:r>
              <a:rPr lang="en-GB" b="1" dirty="0"/>
              <a:t> </a:t>
            </a:r>
            <a:r>
              <a:rPr lang="en-GB" b="1" dirty="0" err="1"/>
              <a:t>rozpoznanie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Systém</a:t>
            </a:r>
            <a:r>
              <a:rPr lang="en-GB" dirty="0"/>
              <a:t> </a:t>
            </a:r>
            <a:r>
              <a:rPr lang="en-GB" dirty="0" err="1"/>
              <a:t>sám</a:t>
            </a:r>
            <a:r>
              <a:rPr lang="en-GB" dirty="0"/>
              <a:t> </a:t>
            </a:r>
            <a:r>
              <a:rPr lang="en-GB" dirty="0" err="1"/>
              <a:t>deteguje</a:t>
            </a:r>
            <a:r>
              <a:rPr lang="en-GB" dirty="0"/>
              <a:t> </a:t>
            </a:r>
            <a:r>
              <a:rPr lang="en-GB" dirty="0" err="1"/>
              <a:t>typ</a:t>
            </a:r>
            <a:r>
              <a:rPr lang="en-GB" dirty="0"/>
              <a:t> </a:t>
            </a:r>
            <a:r>
              <a:rPr lang="en-GB" dirty="0" err="1"/>
              <a:t>odpadu</a:t>
            </a:r>
            <a:r>
              <a:rPr lang="en-GB" dirty="0"/>
              <a:t> bez </a:t>
            </a:r>
            <a:r>
              <a:rPr lang="en-GB" dirty="0" err="1"/>
              <a:t>zásahu</a:t>
            </a:r>
            <a:r>
              <a:rPr lang="en-GB" dirty="0"/>
              <a:t> </a:t>
            </a:r>
            <a:r>
              <a:rPr lang="en-GB" dirty="0" err="1"/>
              <a:t>človeka</a:t>
            </a:r>
            <a:r>
              <a:rPr lang="en-GB" dirty="0"/>
              <a:t> </a:t>
            </a:r>
            <a:r>
              <a:rPr lang="en-GB" dirty="0" err="1"/>
              <a:t>pomocou</a:t>
            </a:r>
            <a:r>
              <a:rPr lang="en-GB" dirty="0"/>
              <a:t> </a:t>
            </a:r>
            <a:r>
              <a:rPr lang="en-GB" dirty="0" err="1"/>
              <a:t>senzorov</a:t>
            </a:r>
            <a:r>
              <a:rPr lang="en-GB" dirty="0"/>
              <a:t> a AI</a:t>
            </a:r>
          </a:p>
          <a:p>
            <a:r>
              <a:rPr lang="en-GB" b="1" dirty="0"/>
              <a:t>UR2 – </a:t>
            </a:r>
            <a:r>
              <a:rPr lang="en-GB" b="1" dirty="0" err="1"/>
              <a:t>Automatické</a:t>
            </a:r>
            <a:r>
              <a:rPr lang="en-GB" b="1" dirty="0"/>
              <a:t> </a:t>
            </a:r>
            <a:r>
              <a:rPr lang="en-GB" b="1" dirty="0" err="1"/>
              <a:t>triedenie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Odpad</a:t>
            </a:r>
            <a:r>
              <a:rPr lang="en-GB" dirty="0"/>
              <a:t> </a:t>
            </a:r>
            <a:r>
              <a:rPr lang="en-GB" dirty="0" err="1"/>
              <a:t>sa</a:t>
            </a:r>
            <a:r>
              <a:rPr lang="en-GB" dirty="0"/>
              <a:t> po </a:t>
            </a:r>
            <a:r>
              <a:rPr lang="en-GB" dirty="0" err="1"/>
              <a:t>rozpoznaní</a:t>
            </a:r>
            <a:r>
              <a:rPr lang="en-GB" dirty="0"/>
              <a:t> </a:t>
            </a:r>
            <a:r>
              <a:rPr lang="en-GB" dirty="0" err="1"/>
              <a:t>fyzicky</a:t>
            </a:r>
            <a:r>
              <a:rPr lang="en-GB" dirty="0"/>
              <a:t> </a:t>
            </a:r>
            <a:r>
              <a:rPr lang="en-GB" dirty="0" err="1"/>
              <a:t>presunie</a:t>
            </a:r>
            <a:r>
              <a:rPr lang="en-GB" dirty="0"/>
              <a:t> do </a:t>
            </a:r>
            <a:r>
              <a:rPr lang="en-GB" dirty="0" err="1"/>
              <a:t>správnej</a:t>
            </a:r>
            <a:r>
              <a:rPr lang="en-GB" dirty="0"/>
              <a:t> </a:t>
            </a:r>
            <a:r>
              <a:rPr lang="en-GB" dirty="0" err="1"/>
              <a:t>nádoby</a:t>
            </a:r>
            <a:r>
              <a:rPr lang="en-GB" dirty="0"/>
              <a:t> (</a:t>
            </a:r>
            <a:r>
              <a:rPr lang="en-GB" dirty="0" err="1"/>
              <a:t>plast</a:t>
            </a:r>
            <a:r>
              <a:rPr lang="en-GB" dirty="0"/>
              <a:t>, papier, </a:t>
            </a:r>
            <a:r>
              <a:rPr lang="en-GB" dirty="0" err="1"/>
              <a:t>sklo</a:t>
            </a:r>
            <a:r>
              <a:rPr lang="en-GB" dirty="0"/>
              <a:t>, </a:t>
            </a:r>
            <a:r>
              <a:rPr lang="en-GB" dirty="0" err="1"/>
              <a:t>atď</a:t>
            </a:r>
            <a:r>
              <a:rPr lang="en-GB" dirty="0"/>
              <a:t>.)</a:t>
            </a:r>
          </a:p>
          <a:p>
            <a:r>
              <a:rPr lang="en-GB" b="1" dirty="0"/>
              <a:t>UR3 – </a:t>
            </a:r>
            <a:r>
              <a:rPr lang="en-GB" b="1" dirty="0" err="1"/>
              <a:t>Zobrazenie</a:t>
            </a:r>
            <a:r>
              <a:rPr lang="en-GB" b="1" dirty="0"/>
              <a:t> </a:t>
            </a:r>
            <a:r>
              <a:rPr lang="en-GB" b="1" dirty="0" err="1"/>
              <a:t>výsledku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Displej</a:t>
            </a:r>
            <a:r>
              <a:rPr lang="en-GB" dirty="0"/>
              <a:t> </a:t>
            </a:r>
            <a:r>
              <a:rPr lang="en-GB" dirty="0" err="1"/>
              <a:t>okamžite</a:t>
            </a:r>
            <a:r>
              <a:rPr lang="en-GB" dirty="0"/>
              <a:t> </a:t>
            </a:r>
            <a:r>
              <a:rPr lang="en-GB" dirty="0" err="1"/>
              <a:t>ukáže</a:t>
            </a:r>
            <a:r>
              <a:rPr lang="en-GB" dirty="0"/>
              <a:t> </a:t>
            </a:r>
            <a:r>
              <a:rPr lang="en-GB" dirty="0" err="1"/>
              <a:t>vizuálnu</a:t>
            </a:r>
            <a:r>
              <a:rPr lang="en-GB" dirty="0"/>
              <a:t> </a:t>
            </a:r>
            <a:r>
              <a:rPr lang="en-GB" dirty="0" err="1"/>
              <a:t>spätnú</a:t>
            </a:r>
            <a:r>
              <a:rPr lang="en-GB" dirty="0"/>
              <a:t> </a:t>
            </a:r>
            <a:r>
              <a:rPr lang="en-GB" dirty="0" err="1"/>
              <a:t>väzbu</a:t>
            </a:r>
            <a:r>
              <a:rPr lang="en-GB" dirty="0"/>
              <a:t>, </a:t>
            </a:r>
            <a:r>
              <a:rPr lang="en-GB" dirty="0" err="1"/>
              <a:t>kam</a:t>
            </a:r>
            <a:r>
              <a:rPr lang="en-GB" dirty="0"/>
              <a:t> </a:t>
            </a:r>
            <a:r>
              <a:rPr lang="en-GB" dirty="0" err="1"/>
              <a:t>bol</a:t>
            </a:r>
            <a:r>
              <a:rPr lang="en-GB" dirty="0"/>
              <a:t> </a:t>
            </a:r>
            <a:r>
              <a:rPr lang="en-GB" dirty="0" err="1"/>
              <a:t>odpad</a:t>
            </a:r>
            <a:r>
              <a:rPr lang="en-GB" dirty="0"/>
              <a:t> </a:t>
            </a:r>
            <a:r>
              <a:rPr lang="en-GB" dirty="0" err="1"/>
              <a:t>zaradený</a:t>
            </a:r>
            <a:r>
              <a:rPr lang="en-GB" dirty="0"/>
              <a:t>(Fig 2)</a:t>
            </a:r>
          </a:p>
          <a:p>
            <a:r>
              <a:rPr lang="en-GB" b="1" dirty="0"/>
              <a:t>UR4 – </a:t>
            </a:r>
            <a:r>
              <a:rPr lang="en-GB" b="1" dirty="0" err="1"/>
              <a:t>Možnosť</a:t>
            </a:r>
            <a:r>
              <a:rPr lang="en-GB" b="1" dirty="0"/>
              <a:t> </a:t>
            </a:r>
            <a:r>
              <a:rPr lang="en-GB" b="1" dirty="0" err="1"/>
              <a:t>opravy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Používateľ</a:t>
            </a:r>
            <a:r>
              <a:rPr lang="en-GB" dirty="0"/>
              <a:t> </a:t>
            </a:r>
            <a:r>
              <a:rPr lang="en-GB" dirty="0" err="1"/>
              <a:t>môže</a:t>
            </a:r>
            <a:r>
              <a:rPr lang="en-GB" dirty="0"/>
              <a:t> </a:t>
            </a:r>
            <a:r>
              <a:rPr lang="en-GB" dirty="0" err="1"/>
              <a:t>manuálne</a:t>
            </a:r>
            <a:r>
              <a:rPr lang="en-GB" dirty="0"/>
              <a:t> </a:t>
            </a:r>
            <a:r>
              <a:rPr lang="en-GB" dirty="0" err="1"/>
              <a:t>zmeniť</a:t>
            </a:r>
            <a:r>
              <a:rPr lang="en-GB" dirty="0"/>
              <a:t> </a:t>
            </a:r>
            <a:r>
              <a:rPr lang="en-GB" dirty="0" err="1"/>
              <a:t>kategóriu</a:t>
            </a:r>
            <a:r>
              <a:rPr lang="en-GB" dirty="0"/>
              <a:t> pred </a:t>
            </a:r>
            <a:r>
              <a:rPr lang="en-GB" dirty="0" err="1"/>
              <a:t>vhodením</a:t>
            </a:r>
            <a:r>
              <a:rPr lang="en-GB" dirty="0"/>
              <a:t>, </a:t>
            </a:r>
            <a:r>
              <a:rPr lang="en-GB" dirty="0" err="1"/>
              <a:t>ak</a:t>
            </a:r>
            <a:r>
              <a:rPr lang="en-GB" dirty="0"/>
              <a:t> </a:t>
            </a:r>
            <a:r>
              <a:rPr lang="en-GB" dirty="0" err="1"/>
              <a:t>sa</a:t>
            </a:r>
            <a:r>
              <a:rPr lang="en-GB" dirty="0"/>
              <a:t> </a:t>
            </a:r>
            <a:r>
              <a:rPr lang="en-GB" dirty="0" err="1"/>
              <a:t>systém</a:t>
            </a:r>
            <a:r>
              <a:rPr lang="en-GB" dirty="0"/>
              <a:t> </a:t>
            </a:r>
            <a:r>
              <a:rPr lang="en-GB" dirty="0" err="1"/>
              <a:t>pomýli</a:t>
            </a:r>
            <a:r>
              <a:rPr lang="en-GB" dirty="0"/>
              <a:t> (Fig 2)</a:t>
            </a:r>
          </a:p>
          <a:p>
            <a:endParaRPr lang="en-GB" dirty="0"/>
          </a:p>
        </p:txBody>
      </p:sp>
      <p:pic>
        <p:nvPicPr>
          <p:cNvPr id="6" name="Picture 2" descr="Transforming Waste Management in Co-Working Spaces with Ameru's AI Smart Bin">
            <a:extLst>
              <a:ext uri="{FF2B5EF4-FFF2-40B4-BE49-F238E27FC236}">
                <a16:creationId xmlns:a16="http://schemas.microsoft.com/office/drawing/2014/main" id="{FEC425AC-FD1C-7198-6420-5B04323ED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7145" y="3764498"/>
            <a:ext cx="4477789" cy="2623633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ovéPole 4">
            <a:extLst>
              <a:ext uri="{FF2B5EF4-FFF2-40B4-BE49-F238E27FC236}">
                <a16:creationId xmlns:a16="http://schemas.microsoft.com/office/drawing/2014/main" id="{D46F1EA8-1C18-EF2D-B6D1-5E9B4C4B1A8D}"/>
              </a:ext>
            </a:extLst>
          </p:cNvPr>
          <p:cNvSpPr txBox="1"/>
          <p:nvPr/>
        </p:nvSpPr>
        <p:spPr>
          <a:xfrm>
            <a:off x="7381703" y="6492875"/>
            <a:ext cx="4901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SK" sz="1200" i="1" dirty="0"/>
              <a:t>Fig 2</a:t>
            </a:r>
          </a:p>
        </p:txBody>
      </p:sp>
    </p:spTree>
    <p:extLst>
      <p:ext uri="{BB962C8B-B14F-4D97-AF65-F5344CB8AC3E}">
        <p14:creationId xmlns:p14="http://schemas.microsoft.com/office/powerpoint/2010/main" val="2816707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139C6-64D4-7A7C-4798-F4A21A5C8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E080E6B-2D4E-B74F-A22C-0A4D5B856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Používateľské</a:t>
            </a:r>
            <a:r>
              <a:rPr lang="en-GB" b="1" dirty="0"/>
              <a:t> </a:t>
            </a:r>
            <a:r>
              <a:rPr lang="en-GB" b="1" dirty="0" err="1"/>
              <a:t>požiadavky</a:t>
            </a:r>
            <a:r>
              <a:rPr lang="en-GB" b="1" dirty="0"/>
              <a:t> (2/2)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1F6F3CE-0BEB-DBD7-E8B3-17D378B8E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9871"/>
            <a:ext cx="10243242" cy="3810562"/>
          </a:xfrm>
        </p:spPr>
        <p:txBody>
          <a:bodyPr>
            <a:normAutofit/>
          </a:bodyPr>
          <a:lstStyle/>
          <a:p>
            <a:r>
              <a:rPr lang="en-GB" b="1" dirty="0"/>
              <a:t>UR5 – </a:t>
            </a:r>
            <a:r>
              <a:rPr lang="en-GB" b="1" dirty="0" err="1"/>
              <a:t>Učenie</a:t>
            </a:r>
            <a:r>
              <a:rPr lang="en-GB" b="1" dirty="0"/>
              <a:t> </a:t>
            </a:r>
            <a:r>
              <a:rPr lang="en-GB" b="1" dirty="0" err="1"/>
              <a:t>systému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Opravy</a:t>
            </a:r>
            <a:r>
              <a:rPr lang="en-GB" dirty="0"/>
              <a:t> od </a:t>
            </a:r>
            <a:r>
              <a:rPr lang="en-GB" dirty="0" err="1"/>
              <a:t>ľudí</a:t>
            </a:r>
            <a:r>
              <a:rPr lang="en-GB" dirty="0"/>
              <a:t> </a:t>
            </a:r>
            <a:r>
              <a:rPr lang="en-GB" dirty="0" err="1"/>
              <a:t>sa</a:t>
            </a:r>
            <a:r>
              <a:rPr lang="en-GB" dirty="0"/>
              <a:t> </a:t>
            </a:r>
            <a:r>
              <a:rPr lang="en-GB" dirty="0" err="1"/>
              <a:t>ukladajú</a:t>
            </a:r>
            <a:r>
              <a:rPr lang="en-GB" dirty="0"/>
              <a:t> do </a:t>
            </a:r>
            <a:r>
              <a:rPr lang="en-GB" dirty="0" err="1"/>
              <a:t>databázy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neustále</a:t>
            </a:r>
            <a:r>
              <a:rPr lang="en-GB" dirty="0"/>
              <a:t> </a:t>
            </a:r>
            <a:r>
              <a:rPr lang="en-GB" dirty="0" err="1"/>
              <a:t>zlepšovanie</a:t>
            </a:r>
            <a:r>
              <a:rPr lang="en-GB" dirty="0"/>
              <a:t> AI </a:t>
            </a:r>
            <a:r>
              <a:rPr lang="en-GB" dirty="0" err="1"/>
              <a:t>modelu</a:t>
            </a:r>
            <a:r>
              <a:rPr lang="en-GB" dirty="0"/>
              <a:t>. </a:t>
            </a:r>
          </a:p>
          <a:p>
            <a:r>
              <a:rPr lang="en-GB" b="1" dirty="0"/>
              <a:t>UR6 – </a:t>
            </a:r>
            <a:r>
              <a:rPr lang="en-GB" b="1" dirty="0" err="1"/>
              <a:t>Jednoduchosť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Ovládanie</a:t>
            </a:r>
            <a:r>
              <a:rPr lang="en-GB" dirty="0"/>
              <a:t> </a:t>
            </a:r>
            <a:r>
              <a:rPr lang="en-GB" dirty="0" err="1"/>
              <a:t>musí</a:t>
            </a:r>
            <a:r>
              <a:rPr lang="en-GB" dirty="0"/>
              <a:t> </a:t>
            </a:r>
            <a:r>
              <a:rPr lang="en-GB" dirty="0" err="1"/>
              <a:t>byť</a:t>
            </a:r>
            <a:r>
              <a:rPr lang="en-GB" dirty="0"/>
              <a:t> </a:t>
            </a:r>
            <a:r>
              <a:rPr lang="en-GB" dirty="0" err="1"/>
              <a:t>intuitívne</a:t>
            </a:r>
            <a:r>
              <a:rPr lang="en-GB" dirty="0"/>
              <a:t> a bez </a:t>
            </a:r>
            <a:r>
              <a:rPr lang="en-GB" dirty="0" err="1"/>
              <a:t>potreby</a:t>
            </a:r>
            <a:r>
              <a:rPr lang="en-GB" dirty="0"/>
              <a:t> </a:t>
            </a:r>
            <a:r>
              <a:rPr lang="en-GB" dirty="0" err="1"/>
              <a:t>školenia</a:t>
            </a:r>
            <a:r>
              <a:rPr lang="en-GB" dirty="0"/>
              <a:t>.</a:t>
            </a:r>
          </a:p>
          <a:p>
            <a:r>
              <a:rPr lang="en-GB" b="1" dirty="0"/>
              <a:t>UR7 – </a:t>
            </a:r>
            <a:r>
              <a:rPr lang="en-GB" b="1" dirty="0" err="1"/>
              <a:t>Rýchlosť</a:t>
            </a:r>
            <a:r>
              <a:rPr lang="en-GB" b="1" dirty="0"/>
              <a:t> </a:t>
            </a:r>
            <a:r>
              <a:rPr lang="en-GB" b="1" dirty="0" err="1"/>
              <a:t>odozvy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Celý</a:t>
            </a:r>
            <a:r>
              <a:rPr lang="en-GB" dirty="0"/>
              <a:t> </a:t>
            </a:r>
            <a:r>
              <a:rPr lang="en-GB" dirty="0" err="1"/>
              <a:t>proces</a:t>
            </a:r>
            <a:r>
              <a:rPr lang="en-GB" dirty="0"/>
              <a:t> (od </a:t>
            </a:r>
            <a:r>
              <a:rPr lang="en-GB" dirty="0" err="1"/>
              <a:t>vloženia</a:t>
            </a:r>
            <a:r>
              <a:rPr lang="en-GB" dirty="0"/>
              <a:t> po </a:t>
            </a:r>
            <a:r>
              <a:rPr lang="en-GB" dirty="0" err="1"/>
              <a:t>vyhodnotenie</a:t>
            </a:r>
            <a:r>
              <a:rPr lang="en-GB" dirty="0"/>
              <a:t>) </a:t>
            </a:r>
            <a:r>
              <a:rPr lang="en-GB" dirty="0" err="1"/>
              <a:t>musí</a:t>
            </a:r>
            <a:r>
              <a:rPr lang="en-GB" dirty="0"/>
              <a:t> </a:t>
            </a:r>
            <a:r>
              <a:rPr lang="en-GB" dirty="0" err="1"/>
              <a:t>prebehnúť</a:t>
            </a:r>
            <a:r>
              <a:rPr lang="en-GB" dirty="0"/>
              <a:t> do 3 </a:t>
            </a:r>
            <a:r>
              <a:rPr lang="en-GB" dirty="0" err="1"/>
              <a:t>sekúnd</a:t>
            </a:r>
            <a:r>
              <a:rPr lang="en-GB" dirty="0"/>
              <a:t>.</a:t>
            </a:r>
          </a:p>
          <a:p>
            <a:r>
              <a:rPr lang="en-GB" b="1" dirty="0"/>
              <a:t>UR8 – Monitoring </a:t>
            </a:r>
            <a:r>
              <a:rPr lang="en-GB" b="1" dirty="0" err="1"/>
              <a:t>stavu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Systém</a:t>
            </a:r>
            <a:r>
              <a:rPr lang="en-GB" dirty="0"/>
              <a:t> </a:t>
            </a:r>
            <a:r>
              <a:rPr lang="en-GB" dirty="0" err="1"/>
              <a:t>automaticky</a:t>
            </a:r>
            <a:r>
              <a:rPr lang="en-GB" dirty="0"/>
              <a:t> </a:t>
            </a:r>
            <a:r>
              <a:rPr lang="en-GB" dirty="0" err="1"/>
              <a:t>upozorní</a:t>
            </a:r>
            <a:r>
              <a:rPr lang="en-GB" dirty="0"/>
              <a:t> </a:t>
            </a:r>
            <a:r>
              <a:rPr lang="en-GB" dirty="0" err="1"/>
              <a:t>správcu</a:t>
            </a:r>
            <a:r>
              <a:rPr lang="en-GB" dirty="0"/>
              <a:t>, </a:t>
            </a:r>
            <a:r>
              <a:rPr lang="en-GB" dirty="0" err="1"/>
              <a:t>keď</a:t>
            </a:r>
            <a:r>
              <a:rPr lang="en-GB" dirty="0"/>
              <a:t> je </a:t>
            </a:r>
            <a:r>
              <a:rPr lang="en-GB" dirty="0" err="1"/>
              <a:t>kapacita</a:t>
            </a:r>
            <a:r>
              <a:rPr lang="en-GB" dirty="0"/>
              <a:t> </a:t>
            </a:r>
            <a:r>
              <a:rPr lang="en-GB" dirty="0" err="1"/>
              <a:t>koša</a:t>
            </a:r>
            <a:r>
              <a:rPr lang="en-GB" dirty="0"/>
              <a:t> </a:t>
            </a:r>
            <a:r>
              <a:rPr lang="en-GB" dirty="0" err="1"/>
              <a:t>naplnená</a:t>
            </a:r>
            <a:r>
              <a:rPr lang="en-GB" dirty="0"/>
              <a:t> (limit 90 %).</a:t>
            </a:r>
          </a:p>
        </p:txBody>
      </p:sp>
    </p:spTree>
    <p:extLst>
      <p:ext uri="{BB962C8B-B14F-4D97-AF65-F5344CB8AC3E}">
        <p14:creationId xmlns:p14="http://schemas.microsoft.com/office/powerpoint/2010/main" val="3536094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8763D58-618F-EBF3-B4D2-1F6470C88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SK" b="1" dirty="0">
                <a:latin typeface="+mn-lt"/>
              </a:rPr>
              <a:t>Kvalitatívne parametre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439A92F-AEE1-E712-0FFD-4B66A3549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 dirty="0" err="1"/>
              <a:t>Rýchlosť</a:t>
            </a:r>
            <a:r>
              <a:rPr lang="cs-CZ" b="1" dirty="0"/>
              <a:t> </a:t>
            </a:r>
            <a:r>
              <a:rPr lang="cs-CZ" b="1" dirty="0" err="1"/>
              <a:t>odozvy</a:t>
            </a:r>
            <a:r>
              <a:rPr lang="cs-CZ" dirty="0"/>
              <a:t>: Celý proces </a:t>
            </a:r>
            <a:r>
              <a:rPr lang="cs-CZ" dirty="0" err="1"/>
              <a:t>vyhodnotenia</a:t>
            </a:r>
            <a:r>
              <a:rPr lang="cs-CZ" dirty="0"/>
              <a:t> do 3 </a:t>
            </a:r>
            <a:r>
              <a:rPr lang="cs-CZ" dirty="0" err="1"/>
              <a:t>sekúnd</a:t>
            </a:r>
            <a:endParaRPr lang="cs-CZ" dirty="0"/>
          </a:p>
          <a:p>
            <a:r>
              <a:rPr lang="cs-CZ" b="1" dirty="0" err="1"/>
              <a:t>Presnosť</a:t>
            </a:r>
            <a:r>
              <a:rPr lang="cs-CZ" b="1" dirty="0"/>
              <a:t> AI</a:t>
            </a:r>
            <a:r>
              <a:rPr lang="cs-CZ" dirty="0"/>
              <a:t>: </a:t>
            </a:r>
            <a:r>
              <a:rPr lang="cs-CZ" dirty="0" err="1"/>
              <a:t>Minimálna</a:t>
            </a:r>
            <a:r>
              <a:rPr lang="cs-CZ" dirty="0"/>
              <a:t> </a:t>
            </a:r>
            <a:r>
              <a:rPr lang="cs-CZ" dirty="0" err="1"/>
              <a:t>úspešnosť</a:t>
            </a:r>
            <a:r>
              <a:rPr lang="cs-CZ" dirty="0"/>
              <a:t> </a:t>
            </a:r>
            <a:r>
              <a:rPr lang="cs-CZ" dirty="0" err="1"/>
              <a:t>rozpoznania</a:t>
            </a:r>
            <a:r>
              <a:rPr lang="cs-CZ" dirty="0"/>
              <a:t> 90 %</a:t>
            </a:r>
          </a:p>
          <a:p>
            <a:r>
              <a:rPr lang="cs-CZ" b="1" dirty="0" err="1"/>
              <a:t>Bezpečnosť</a:t>
            </a:r>
            <a:r>
              <a:rPr lang="cs-CZ" dirty="0"/>
              <a:t>: Ochrana </a:t>
            </a:r>
            <a:r>
              <a:rPr lang="cs-CZ" dirty="0" err="1"/>
              <a:t>používateľa</a:t>
            </a:r>
            <a:r>
              <a:rPr lang="cs-CZ" dirty="0"/>
              <a:t> </a:t>
            </a:r>
            <a:r>
              <a:rPr lang="cs-CZ" dirty="0" err="1"/>
              <a:t>pred</a:t>
            </a:r>
            <a:r>
              <a:rPr lang="cs-CZ" dirty="0"/>
              <a:t> pohyblivými </a:t>
            </a:r>
            <a:r>
              <a:rPr lang="cs-CZ" dirty="0" err="1"/>
              <a:t>časťami</a:t>
            </a:r>
            <a:endParaRPr lang="cs-CZ" dirty="0"/>
          </a:p>
          <a:p>
            <a:r>
              <a:rPr lang="cs-CZ" b="1" dirty="0" err="1"/>
              <a:t>Jednoduchosť</a:t>
            </a:r>
            <a:r>
              <a:rPr lang="cs-CZ" dirty="0"/>
              <a:t>: </a:t>
            </a:r>
            <a:r>
              <a:rPr lang="cs-CZ" dirty="0" err="1"/>
              <a:t>Intuitívne</a:t>
            </a:r>
            <a:r>
              <a:rPr lang="cs-CZ" dirty="0"/>
              <a:t> </a:t>
            </a:r>
            <a:r>
              <a:rPr lang="cs-CZ" dirty="0" err="1"/>
              <a:t>rozhranie</a:t>
            </a:r>
            <a:r>
              <a:rPr lang="cs-CZ" dirty="0"/>
              <a:t> bez </a:t>
            </a:r>
            <a:r>
              <a:rPr lang="cs-CZ" dirty="0" err="1"/>
              <a:t>potreby</a:t>
            </a:r>
            <a:r>
              <a:rPr lang="cs-CZ" dirty="0"/>
              <a:t> </a:t>
            </a:r>
            <a:r>
              <a:rPr lang="cs-CZ" dirty="0" err="1"/>
              <a:t>školenia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25858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A6601F9-E369-3766-ABEC-26838E5D9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SK" b="1" dirty="0">
                <a:latin typeface="+mn-lt"/>
              </a:rPr>
              <a:t>Zhrnutie prínosov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EB9B4FC-874F-EC76-1407-37234D099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Zjednodušenie</a:t>
            </a:r>
            <a:r>
              <a:rPr lang="cs-CZ" dirty="0"/>
              <a:t> </a:t>
            </a:r>
            <a:r>
              <a:rPr lang="cs-CZ" dirty="0" err="1"/>
              <a:t>recyklácie</a:t>
            </a:r>
            <a:r>
              <a:rPr lang="cs-CZ" dirty="0"/>
              <a:t> </a:t>
            </a:r>
            <a:r>
              <a:rPr lang="cs-CZ" dirty="0" err="1"/>
              <a:t>pre</a:t>
            </a:r>
            <a:r>
              <a:rPr lang="cs-CZ" dirty="0"/>
              <a:t> </a:t>
            </a:r>
            <a:r>
              <a:rPr lang="cs-CZ" dirty="0" err="1"/>
              <a:t>verejnosť</a:t>
            </a:r>
            <a:endParaRPr lang="cs-CZ" dirty="0"/>
          </a:p>
          <a:p>
            <a:r>
              <a:rPr lang="cs-CZ" dirty="0" err="1"/>
              <a:t>Zvýšenie</a:t>
            </a:r>
            <a:r>
              <a:rPr lang="cs-CZ" dirty="0"/>
              <a:t> čistoty </a:t>
            </a:r>
            <a:r>
              <a:rPr lang="cs-CZ" dirty="0" err="1"/>
              <a:t>vytriedeného</a:t>
            </a:r>
            <a:r>
              <a:rPr lang="cs-CZ" dirty="0"/>
              <a:t> odpadu</a:t>
            </a:r>
          </a:p>
          <a:p>
            <a:r>
              <a:rPr lang="cs-CZ" dirty="0" err="1"/>
              <a:t>Zber</a:t>
            </a:r>
            <a:r>
              <a:rPr lang="cs-CZ" dirty="0"/>
              <a:t> dát </a:t>
            </a:r>
            <a:r>
              <a:rPr lang="cs-CZ" dirty="0" err="1"/>
              <a:t>pre</a:t>
            </a:r>
            <a:r>
              <a:rPr lang="cs-CZ" dirty="0"/>
              <a:t> </a:t>
            </a:r>
            <a:r>
              <a:rPr lang="cs-CZ" dirty="0" err="1"/>
              <a:t>ďalší</a:t>
            </a:r>
            <a:r>
              <a:rPr lang="cs-CZ" dirty="0"/>
              <a:t> vývoj AI v </a:t>
            </a:r>
            <a:r>
              <a:rPr lang="cs-CZ" dirty="0" err="1"/>
              <a:t>odpadovom</a:t>
            </a:r>
            <a:r>
              <a:rPr lang="cs-CZ" dirty="0"/>
              <a:t> </a:t>
            </a:r>
            <a:r>
              <a:rPr lang="cs-CZ" dirty="0" err="1"/>
              <a:t>hospodárstve</a:t>
            </a:r>
            <a:endParaRPr lang="cs-CZ" dirty="0"/>
          </a:p>
        </p:txBody>
      </p:sp>
      <p:pic>
        <p:nvPicPr>
          <p:cNvPr id="2050" name="Picture 2" descr="The Dos and Don'ts of Recycling">
            <a:extLst>
              <a:ext uri="{FF2B5EF4-FFF2-40B4-BE49-F238E27FC236}">
                <a16:creationId xmlns:a16="http://schemas.microsoft.com/office/drawing/2014/main" id="{B6B3E2D7-EBB9-6865-A717-D315BDB77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586624"/>
            <a:ext cx="3900055" cy="2600037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7A7A0514-7CB4-B319-09D7-808CAC1D9C9D}"/>
              </a:ext>
            </a:extLst>
          </p:cNvPr>
          <p:cNvSpPr txBox="1"/>
          <p:nvPr/>
        </p:nvSpPr>
        <p:spPr>
          <a:xfrm>
            <a:off x="838200" y="6173400"/>
            <a:ext cx="4901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SK" sz="1200" i="1" dirty="0"/>
              <a:t>Fig 3</a:t>
            </a:r>
          </a:p>
        </p:txBody>
      </p:sp>
    </p:spTree>
    <p:extLst>
      <p:ext uri="{BB962C8B-B14F-4D97-AF65-F5344CB8AC3E}">
        <p14:creationId xmlns:p14="http://schemas.microsoft.com/office/powerpoint/2010/main" val="978618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3469D81-2F70-75AE-A21B-0F702836F7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SK" b="1" dirty="0">
                <a:latin typeface="+mn-lt"/>
              </a:rPr>
              <a:t>Ďakujeme za pozornosť</a:t>
            </a:r>
          </a:p>
        </p:txBody>
      </p:sp>
    </p:spTree>
    <p:extLst>
      <p:ext uri="{BB962C8B-B14F-4D97-AF65-F5344CB8AC3E}">
        <p14:creationId xmlns:p14="http://schemas.microsoft.com/office/powerpoint/2010/main" val="4107851369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392</Words>
  <Application>Microsoft Macintosh PowerPoint</Application>
  <PresentationFormat>Widescreen</PresentationFormat>
  <Paragraphs>45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Motiv Office</vt:lpstr>
      <vt:lpstr>SmartSort Bin: Inteligentné triedenie odpadu</vt:lpstr>
      <vt:lpstr>Motivácia Projektu</vt:lpstr>
      <vt:lpstr>Pre koho je systém určený?</vt:lpstr>
      <vt:lpstr>Scenár používania</vt:lpstr>
      <vt:lpstr>Používateľské požiadavky (1/2)</vt:lpstr>
      <vt:lpstr>Používateľské požiadavky (2/2)</vt:lpstr>
      <vt:lpstr>Kvalitatívne parametre</vt:lpstr>
      <vt:lpstr>Zhrnutie prínosov</vt:lpstr>
      <vt:lpstr>Ďakujeme za pozornosť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Ema Vojteková</dc:creator>
  <cp:lastModifiedBy>Adam Bruno Balint</cp:lastModifiedBy>
  <cp:revision>4</cp:revision>
  <dcterms:created xsi:type="dcterms:W3CDTF">2026-02-19T09:17:19Z</dcterms:created>
  <dcterms:modified xsi:type="dcterms:W3CDTF">2026-02-23T13:09:03Z</dcterms:modified>
</cp:coreProperties>
</file>